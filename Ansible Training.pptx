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r>
              <a:rPr lang="fr-FR" kern="1200" dirty="0"/>
              <a:t>A revoir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Notify on </a:t>
            </a:r>
            <a:r>
              <a:rPr lang="en-US" sz="2000" kern="1200" dirty="0" err="1">
                <a:latin typeface="Arial" pitchFamily="18"/>
              </a:rPr>
              <a:t>chqnged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ou</a:t>
            </a:r>
            <a:r>
              <a:rPr lang="en-US" sz="2000" kern="1200" dirty="0">
                <a:latin typeface="Arial" pitchFamily="18"/>
              </a:rPr>
              <a:t> failed?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 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749" y="1844824"/>
            <a:ext cx="6650502" cy="2493938"/>
          </a:xfrm>
          <a:prstGeom prst="rect">
            <a:avLst/>
          </a:prstGeom>
        </p:spPr>
      </p:pic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467" y="1431469"/>
            <a:ext cx="5320400" cy="1995149"/>
          </a:xfrm>
          <a:prstGeom prst="rect">
            <a:avLst/>
          </a:prstGeom>
        </p:spPr>
      </p:pic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ansible/latest/collections/cisco/ise/index.html#plugins-in-cisco-ise" TargetMode="External"/><Relationship Id="rId28" Type="http://schemas.openxmlformats.org/officeDocument/2006/relationships/hyperlink" Target="https://docs.ansible.com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V6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12/05/2025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D9D9D9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D9D9D9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included: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[setup] 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u'LANG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"LANG", "value": 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u'LC_ALL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"LC_ALL", "value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u'16384'})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u'68719476736'})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: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ok=3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changed=1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unreachable=0    failed=0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always be executed, even if other tags are specified.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never be executed, unless the 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tag is also present.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Executes only tasks that have tags, ignoring those without tags.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</a:t>
            </a:r>
          </a:p>
          <a:p>
            <a:r>
              <a:rPr lang="en-US" sz="1600" dirty="0"/>
              <a:t>    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tagged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 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 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 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FFC0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[], Result2: [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u'test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[u'SSH-2.0-OpenSSH_5.3',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u'Protocol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mismatch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.'], Result2: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search_string</a:t>
            </a:r>
            <a:r>
              <a:rPr lang="en-US" sz="900" dirty="0"/>
              <a:t>: '&lt;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[45]?$"&gt;'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'        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[34]?$"&gt;'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Install, configure, and start Apache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block</a:t>
            </a:r>
            <a:r>
              <a:rPr lang="en-US" altLang="en-US" sz="10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ansible.builtin.dnf: name: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600" dirty="0"/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  - name: Install NFS utils</a:t>
            </a:r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  state: present</a:t>
            </a:r>
          </a:p>
          <a:p>
            <a:r>
              <a:rPr lang="en-US" sz="750" dirty="0"/>
              <a:t>  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ansible-playbook </a:t>
            </a:r>
            <a:r>
              <a:rPr lang="en-US" altLang="en-US" sz="60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site.yml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(0:00:00.055) 0:00:00.055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(0:00:00.054) 0:00:00.054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 TASK [Deploy Web service] 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0:00:01.658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node1: ok=9 changed=4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Playbook run took 0 days, 0 hours, 0 minutes, 14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0:00:14.100 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Install httpd and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------- 5.42s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Git checkout ---------------------- 3.40s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--------------------------------------- 1.60s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Enable and Run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---------- 0.82s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permitt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httpd service --- 0.72s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httpd enabled and running --------- 0.55s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Set Hostname on Site -------------- 0.54s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&amp; directory -------- 0.52s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------------------ 0.41s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 Web service ------------------------------------ 0.04s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0:00:14.099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------------------------- 12.40s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------------------------------- 1.60s I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nclude_role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------------------------------------- 14.04s</a:t>
            </a:r>
            <a:br>
              <a:rPr lang="en-US" altLang="en-US" sz="600" dirty="0">
                <a:latin typeface="Lucida Sans Typewriter" panose="020B0509030504030204" pitchFamily="49" charset="0"/>
              </a:rPr>
            </a:br>
            <a:endParaRPr lang="en-US" altLang="en-US" sz="600" dirty="0"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 the SSH host keys to prevent spoofing or Man-in-the-middle, which consume time. It can be disabled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(integration example - ManageIQ / CloudForms is a legacy integration)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