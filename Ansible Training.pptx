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! Les groups APP1 et 2 </a:t>
            </a:r>
            <a:r>
              <a:rPr lang="en-US" dirty="0" err="1"/>
              <a:t>sont</a:t>
            </a:r>
            <a:r>
              <a:rPr lang="en-US" dirty="0"/>
              <a:t> a changer de </a:t>
            </a:r>
            <a:r>
              <a:rPr lang="en-US" dirty="0" err="1"/>
              <a:t>groupe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r>
              <a:rPr lang="fr-FR" kern="1200" dirty="0"/>
              <a:t>A revoir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Notify on </a:t>
            </a:r>
            <a:r>
              <a:rPr lang="en-US" sz="2000" kern="1200" dirty="0" err="1">
                <a:latin typeface="Arial" pitchFamily="18"/>
              </a:rPr>
              <a:t>chqnged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ou</a:t>
            </a:r>
            <a:r>
              <a:rPr lang="en-US" sz="2000" kern="1200" dirty="0">
                <a:latin typeface="Arial" pitchFamily="18"/>
              </a:rPr>
              <a:t> failed?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The real work. General format: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