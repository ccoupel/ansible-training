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BB05DFD-7B81-4F73-9A3E-730776370AD1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88C279C7-C786-47BA-A9F6-EE755CC87F0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690188F5-FCE5-4AAD-8177-707AA7B8F08B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8835BEA7-E2D2-4C1C-81AE-C163AF6C382D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7D7223-76A2-4EE8-8460-DBB674DD83BC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7CC36414-9A03-4CD7-84C6-BB91C4BB05D6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B09874-9D77-4EA6-8B9B-4B76B5FFF50D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 (ansible-core only)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community-ee-base adds base collections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1580F44B-13E5-4E00-A9E0-D46FE50B19AB}"/>
              </a:ext>
            </a:extLst>
          </p:cNvPr>
          <p:cNvSpPr txBox="1"/>
          <p:nvPr/>
        </p:nvSpPr>
        <p:spPr>
          <a:xfrm>
            <a:off x="342900" y="900000"/>
            <a:ext cx="5000000" cy="4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additional_build_steps: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append_final: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RUN echo "EE ready"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BCEF5D-D878-4ADE-9198-6F3841A83672}"/>
              </a:ext>
            </a:extLst>
          </p:cNvPr>
          <p:cNvSpPr txBox="1"/>
          <p:nvPr/>
        </p:nvSpPr>
        <p:spPr>
          <a:xfrm>
            <a:off x="5450000" y="900000"/>
            <a:ext cx="3450000" cy="4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version: 3 is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Without it, Ansible Builder assumes the legacy schema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Main sections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images: the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dependencies: ansible_core, ansible_runner, galaxy, python,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additional_build_steps: extra build instructions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BB8E1DE-D3D1-42D8-AED4-276E18CBC07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EEDF69E3-A6D7-4474-8D01-262932A3C845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C8C04D-59BA-4D6C-ADAE-D2143B1F5695}"/>
              </a:ext>
            </a:extLst>
          </p:cNvPr>
          <p:cNvSpPr txBox="1"/>
          <p:nvPr/>
        </p:nvSpPr>
        <p:spPr>
          <a:xfrm>
            <a:off x="4850000" y="2200000"/>
            <a:ext cx="405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--pull-policy: when to pull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2DFBA0-02CE-47E9-8FED-A93EB754C421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8EFFD-FA5D-428C-A219-A2DD23248127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98F034D-CF8C-409B-95AB-A8FF67CC160A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F656BC-31AB-487B-B666-23D552B82A35}"/>
              </a:ext>
            </a:extLst>
          </p:cNvPr>
          <p:cNvSpPr txBox="1"/>
          <p:nvPr/>
        </p:nvSpPr>
        <p:spPr>
          <a:xfrm>
            <a:off x="342900" y="900000"/>
            <a:ext cx="8458200" cy="4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Write an execution-environment.yml (version 3) that adds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2AD8AEF-573D-4E41-ACAB-59743974BDA0}"/>
              </a:ext>
            </a:extLst>
          </p:cNvPr>
          <p:cNvSpPr txBox="1"/>
          <p:nvPr/>
        </p:nvSpPr>
        <p:spPr>
          <a:xfrm>
            <a:off x="342900" y="900000"/>
            <a:ext cx="4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A5780CFE-19D9-4D53-A02F-673F69A8D9D3}"/>
              </a:ext>
            </a:extLst>
          </p:cNvPr>
          <p:cNvSpPr txBox="1"/>
          <p:nvPr/>
        </p:nvSpPr>
        <p:spPr>
          <a:xfrm>
            <a:off x="4800000" y="900000"/>
            <a:ext cx="41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233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233</vt:i4>
      </vt:variant>
    </vt:vector>
  </HeadingPairs>
  <TitlesOfParts>
    <vt:vector size="26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