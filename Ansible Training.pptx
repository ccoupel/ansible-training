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VMware, EC2, Rackspace, GCE,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Azure, Spacewalk, Hanlon, Cobbler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yum install ansible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BSD Jails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DigitalOcean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 Compute Engine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Linode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 Nova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SpaceWalk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Vagrant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Zabbix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Vcenter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Cloudforms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ManageIQ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service: name=httpd state=running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apt/yum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msg="start block execution"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msg="always execution bock"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When Task generate a change: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yum: state=latest name=*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test $(rpm -q --last kernel | sed  's/^kernel-\(.*\)  .*/\1/'|head -1) == $(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uname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package: state=installed name=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item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ntp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deltarpm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with_item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item.ip</a:t>
            </a:r>
            <a:r>
              <a:rPr lang="en-US" dirty="0"/>
              <a:t> }} {{ </a:t>
            </a:r>
            <a:r>
              <a:rPr lang="en-US" dirty="0" err="1"/>
              <a:t>item.hostname</a:t>
            </a:r>
            <a:r>
              <a:rPr lang="en-US" dirty="0"/>
              <a:t>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map('extract', </a:t>
            </a:r>
            <a:r>
              <a:rPr lang="en-US" dirty="0" err="1"/>
              <a:t>hostvars</a:t>
            </a:r>
            <a:r>
              <a:rPr lang="en-US" dirty="0"/>
              <a:t>, ['ansible_default_ipv4', 'address']) | map('</a:t>
            </a:r>
            <a:r>
              <a:rPr lang="en-US" dirty="0" err="1"/>
              <a:t>community.general.dict_kv</a:t>
            </a:r>
            <a:r>
              <a:rPr lang="en-US" dirty="0"/>
              <a:t>', 'hostname', </a:t>
            </a:r>
            <a:r>
              <a:rPr lang="en-US" dirty="0" err="1"/>
              <a:t>inventory_hostname</a:t>
            </a:r>
            <a:r>
              <a:rPr lang="en-US" dirty="0"/>
              <a:t>, '</a:t>
            </a:r>
            <a:r>
              <a:rPr lang="en-US" dirty="0" err="1"/>
              <a:t>ip</a:t>
            </a:r>
            <a:r>
              <a:rPr lang="en-US" dirty="0"/>
              <a:t>') | list</a:t>
            </a:r>
          </a:p>
          <a:p>
            <a:r>
              <a:rPr lang="en-US" dirty="0"/>
              <a:t>          + [{'hostname': 'google.com', 'ip': '8.8.8.8'}]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{ ‘hostname’: “node1.example.com”, “</a:t>
            </a:r>
            <a:r>
              <a:rPr lang="en-US" dirty="0" err="1"/>
              <a:t>ip</a:t>
            </a:r>
            <a:r>
              <a:rPr lang="en-US" dirty="0"/>
              <a:t>; ”192.0.2.139”}</a:t>
            </a:r>
          </a:p>
          <a:p>
            <a:r>
              <a:rPr lang="en-US" dirty="0"/>
              <a:t> - { ‘hostname’: “</a:t>
            </a:r>
            <a:r>
              <a:rPr lang="en-US" dirty="0" err="1"/>
              <a:t>google.comm</a:t>
            </a:r>
            <a:r>
              <a:rPr lang="en-US" dirty="0"/>
              <a:t>”, “</a:t>
            </a:r>
            <a:r>
              <a:rPr lang="en-US" dirty="0" err="1"/>
              <a:t>ip</a:t>
            </a:r>
            <a:r>
              <a:rPr lang="en-US" dirty="0"/>
              <a:t>; ”8.8.8.8”}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docker-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io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installed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check on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async_status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"{{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.ansible_job_id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yes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yum: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async_status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wait_for_connection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 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my_namespace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“0.1.0”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management tool”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“README.md”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“GPL-2.0-or-later”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“CCO”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“https://gitlab.example.com/........”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CCO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that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fail_msg: "'my_param'= {{ _my_var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success_msg: "'my_param' '= {{ _my_var }} is between 0 and 100"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remove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install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disablerepo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=*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enablerepo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="Vault-*"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apt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'apt'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!= '5'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</a:t>
            </a:r>
            <a:r>
              <a:rPr lang="en-US" sz="900" dirty="0" err="1"/>
              <a:t>ansible.builtin.debug</a:t>
            </a:r>
            <a:r>
              <a:rPr lang="en-US" sz="900" dirty="0"/>
              <a:t> -a var=" </a:t>
            </a:r>
            <a:r>
              <a:rPr lang="en-US" sz="975" b="1" dirty="0" err="1">
                <a:solidFill>
                  <a:srgbClr val="00B050"/>
                </a:solidFill>
              </a:rPr>
              <a:t>the_secret</a:t>
            </a:r>
            <a:r>
              <a:rPr lang="en-US" sz="975" b="1" dirty="0">
                <a:solidFill>
                  <a:srgbClr val="00B050"/>
                </a:solidFill>
              </a:rPr>
              <a:t> </a:t>
            </a:r>
            <a:r>
              <a:rPr lang="en-US" sz="900" dirty="0"/>
              <a:t>" -e "@</a:t>
            </a:r>
            <a:r>
              <a:rPr lang="en-US" sz="900" dirty="0" err="1"/>
              <a:t>vars.yml</a:t>
            </a:r>
            <a:r>
              <a:rPr lang="en-US" sz="900" dirty="0"/>
              <a:t>" --vault-id </a:t>
            </a:r>
            <a:r>
              <a:rPr lang="en-US" sz="900" dirty="0" err="1">
                <a:solidFill>
                  <a:schemeClr val="accent6">
                    <a:lumMod val="75000"/>
                  </a:schemeClr>
                </a:solidFill>
              </a:rPr>
              <a:t>dev</a:t>
            </a:r>
            <a:r>
              <a:rPr lang="en-US" sz="900" dirty="0" err="1"/>
              <a:t>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0640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block.:</a:t>
            </a:r>
          </a:p>
          <a:p>
            <a:r>
              <a:rPr lang="en-US" sz="750" dirty="0"/>
              <a:t>  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    notify:</a:t>
            </a:r>
          </a:p>
          <a:p>
            <a:r>
              <a:rPr lang="en-US" sz="750" dirty="0"/>
              <a:t>      - restart </a:t>
            </a:r>
            <a:r>
              <a:rPr lang="en-US" sz="750" dirty="0" err="1"/>
              <a:t>ntpd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    state: started</a:t>
            </a:r>
          </a:p>
          <a:p>
            <a:r>
              <a:rPr lang="en-US" sz="750" dirty="0"/>
              <a:t>  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 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https://my.scm.com/my-ansible-roles/role1.git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 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'{{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