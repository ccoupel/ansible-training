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r>
              <a:rPr lang="fr-FR" kern="1200" dirty="0"/>
              <a:t>A revoir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Notify on </a:t>
            </a:r>
            <a:r>
              <a:rPr lang="en-US" sz="2000" kern="1200" dirty="0" err="1">
                <a:latin typeface="Arial" pitchFamily="18"/>
              </a:rPr>
              <a:t>chqnged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ou</a:t>
            </a:r>
            <a:r>
              <a:rPr lang="en-US" sz="2000" kern="1200" dirty="0">
                <a:latin typeface="Arial" pitchFamily="18"/>
              </a:rPr>
              <a:t> failed?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 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6749" y="1844824"/>
            <a:ext cx="6650502" cy="2493938"/>
          </a:xfrm>
          <a:prstGeom prst="rect">
            <a:avLst/>
          </a:prstGeom>
        </p:spPr>
      </p:pic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pic>
        <p:nvPicPr>
          <p:cNvPr id="6" name="Imag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467" y="1431469"/>
            <a:ext cx="5320400" cy="1995149"/>
          </a:xfrm>
          <a:prstGeom prst="rect">
            <a:avLst/>
          </a:prstGeom>
        </p:spPr>
      </p:pic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ansible.com/ansible/latest/collections/ansible/netcommon/index.html#plugins-in-ansible-netcommon" TargetMode="External"/><Relationship Id="rId13" Type="http://schemas.openxmlformats.org/officeDocument/2006/relationships/hyperlink" Target="https://docs.ansible.com/ansible/latest/collections/awx/awx/index.html#plugins-in-awx-awx" TargetMode="External"/><Relationship Id="rId18" Type="http://schemas.openxmlformats.org/officeDocument/2006/relationships/hyperlink" Target="https://docs.ansible.com/ansible/latest/collections/cisco/asa/index.html#plugins-in-cisco-asa" TargetMode="External"/><Relationship Id="rId26" Type="http://schemas.openxmlformats.org/officeDocument/2006/relationships/hyperlink" Target="https://docs.ansible.com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ansible/latest/collections/cisco/ios/index.html#plugins-in-cisco-ios" TargetMode="External"/><Relationship Id="rId7" Type="http://schemas.openxmlformats.org/officeDocument/2006/relationships/hyperlink" Target="https://docs.ansible.com/ansible/latest/collections/ansible/builtin/index.html#plugins-in-ansible-builtin" TargetMode="External"/><Relationship Id="rId12" Type="http://schemas.openxmlformats.org/officeDocument/2006/relationships/hyperlink" Target="https://docs.ansible.com/ansible/latest/collections/arista/eos/index.html#plugins-in-arista-eos" TargetMode="External"/><Relationship Id="rId17" Type="http://schemas.openxmlformats.org/officeDocument/2006/relationships/hyperlink" Target="https://docs.ansible.com/ansible/latest/collections/cisco/aci/index.html#plugins-in-cisco-aci" TargetMode="External"/><Relationship Id="rId25" Type="http://schemas.openxmlformats.org/officeDocument/2006/relationships/hyperlink" Target="https://docs.ansible.com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ansible/latest/collections/chocolatey/chocolatey/index.html#plugins-in-chocolatey-chocolatey" TargetMode="External"/><Relationship Id="rId20" Type="http://schemas.openxmlformats.org/officeDocument/2006/relationships/hyperlink" Target="https://docs.ansible.com/ansible/latest/collections/cisco/intersight/index.html#plugins-in-cisco-intersight" TargetMode="External"/><Relationship Id="rId29" Type="http://schemas.openxmlformats.org/officeDocument/2006/relationships/hyperlink" Target="https://docs.ansible.com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ansible/latest/collections/amazon/aws/index.html#plugins-in-amazon-aws" TargetMode="External"/><Relationship Id="rId11" Type="http://schemas.openxmlformats.org/officeDocument/2006/relationships/hyperlink" Target="https://docs.ansible.com/ansible/latest/collections/ansible/windows/index.html#plugins-in-ansible-windows" TargetMode="External"/><Relationship Id="rId24" Type="http://schemas.openxmlformats.org/officeDocument/2006/relationships/hyperlink" Target="https://docs.ansible.com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ansible/latest/collections/check_point/mgmt/index.html#plugins-in-check-point-mgmt" TargetMode="External"/><Relationship Id="rId23" Type="http://schemas.openxmlformats.org/officeDocument/2006/relationships/hyperlink" Target="https://docs.ansible.com/ansible/latest/collections/cisco/ise/index.html#plugins-in-cisco-ise" TargetMode="External"/><Relationship Id="rId28" Type="http://schemas.openxmlformats.org/officeDocument/2006/relationships/hyperlink" Target="https://docs.ansible.com/ansible/latest/collections/cloud/common/index.html#plugins-in-cloud-common" TargetMode="External"/><Relationship Id="rId10" Type="http://schemas.openxmlformats.org/officeDocument/2006/relationships/hyperlink" Target="https://docs.ansible.com/ansible/latest/collections/ansible/utils/index.html#plugins-in-ansible-utils" TargetMode="External"/><Relationship Id="rId19" Type="http://schemas.openxmlformats.org/officeDocument/2006/relationships/hyperlink" Target="https://docs.ansible.com/ansible/latest/collections/cisco/dnac/index.html#plugins-in-cisco-dnac" TargetMode="External"/><Relationship Id="rId4" Type="http://schemas.openxmlformats.org/officeDocument/2006/relationships/hyperlink" Target="https://docs.ansible.com/ansible/latest/collections/index.html#collection-index" TargetMode="External"/><Relationship Id="rId9" Type="http://schemas.openxmlformats.org/officeDocument/2006/relationships/hyperlink" Target="https://docs.ansible.com/ansible/latest/collections/ansible/posix/index.html#plugins-in-ansible-posix" TargetMode="External"/><Relationship Id="rId14" Type="http://schemas.openxmlformats.org/officeDocument/2006/relationships/hyperlink" Target="https://docs.ansible.com/ansible/latest/collections/azure/azcollection/index.html#plugins-in-azure-azcollection" TargetMode="External"/><Relationship Id="rId22" Type="http://schemas.openxmlformats.org/officeDocument/2006/relationships/hyperlink" Target="https://docs.ansible.com/ansible/latest/collections/cisco/iosxr/index.html#plugins-in-cisco-iosxr" TargetMode="External"/><Relationship Id="rId27" Type="http://schemas.openxmlformats.org/officeDocument/2006/relationships/hyperlink" Target="https://docs.ansible.com/ansible/latest/collections/cisco/ucs/index.html#plugins-in-cisco-ucs" TargetMode="External"/><Relationship Id="rId30" Type="http://schemas.openxmlformats.org/officeDocument/2006/relationships/hyperlink" Target="https://docs.ansible.com/ansible/latest/collections/community/aws/index.html#plugins-in-community-aws" TargetMode="External"/></Relationships>
</file>

<file path=ppt/slides/_rels/slide48.xml.rels><?xml version="1.0" encoding="UTF-8" standalone="yes"?>
<Relationships xmlns="http://schemas.openxmlformats.org/package/2006/relationships"><Relationship Id="rId13" Type="http://schemas.openxmlformats.org/officeDocument/2006/relationships/hyperlink" Target="https://docs.ansible.com/ansible/latest/collections/ansible/builtin/cron_module.html#ansible-collections-ansible-builtin-cron-module" TargetMode="External"/><Relationship Id="rId18" Type="http://schemas.openxmlformats.org/officeDocument/2006/relationships/hyperlink" Target="https://docs.ansible.com/ansible/latest/collections/ansible/builtin/dnf5_module.html#ansible-collections-ansible-builtin-dnf5-module" TargetMode="External"/><Relationship Id="rId26" Type="http://schemas.openxmlformats.org/officeDocument/2006/relationships/hyperlink" Target="https://docs.ansible.com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ansible/latest/collections/ansible/builtin/fail_module.html#ansible-collections-ansible-builtin-fail-module" TargetMode="External"/><Relationship Id="rId34" Type="http://schemas.openxmlformats.org/officeDocument/2006/relationships/hyperlink" Target="https://docs.ansible.com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ansible/latest/collections/ansible/builtin/copy_module.html#ansible-collections-ansible-builtin-copy-module" TargetMode="External"/><Relationship Id="rId17" Type="http://schemas.openxmlformats.org/officeDocument/2006/relationships/hyperlink" Target="https://docs.ansible.com/ansible/latest/collections/ansible/builtin/dnf_module.html#ansible-collections-ansible-builtin-dnf-module" TargetMode="External"/><Relationship Id="rId25" Type="http://schemas.openxmlformats.org/officeDocument/2006/relationships/hyperlink" Target="https://docs.ansible.com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ansible/latest/collections/ansible/builtin/index.html#modules" TargetMode="External"/><Relationship Id="rId16" Type="http://schemas.openxmlformats.org/officeDocument/2006/relationships/hyperlink" Target="https://docs.ansible.com/ansible/latest/collections/ansible/builtin/debug_module.html#ansible-collections-ansible-builtin-debug-module" TargetMode="External"/><Relationship Id="rId20" Type="http://schemas.openxmlformats.org/officeDocument/2006/relationships/hyperlink" Target="https://docs.ansible.com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ansible/latest/collections/ansible/builtin/find_module.html#ansible-collections-ansible-builtin-find-module" TargetMode="External"/><Relationship Id="rId32" Type="http://schemas.openxmlformats.org/officeDocument/2006/relationships/hyperlink" Target="https://docs.ansible.com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ansible/latest/collections/ansible/builtin/file_module.html#ansible-collections-ansible-builtin-file-module" TargetMode="External"/><Relationship Id="rId28" Type="http://schemas.openxmlformats.org/officeDocument/2006/relationships/hyperlink" Target="https://docs.ansible.com/ansible/latest/collections/ansible/builtin/git_module.html#ansible-collections-ansible-builtin-git-module" TargetMode="External"/><Relationship Id="rId10" Type="http://schemas.openxmlformats.org/officeDocument/2006/relationships/hyperlink" Target="https://docs.ansible.com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ansible/latest/collections/ansible/builtin/apt_module.html#ansible-collections-ansible-builtin-apt-module" TargetMode="External"/><Relationship Id="rId9" Type="http://schemas.openxmlformats.org/officeDocument/2006/relationships/hyperlink" Target="https://docs.ansible.com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ansible/latest/collections/ansible/builtin/fetch_module.html#ansible-collections-ansible-builtin-fetch-module" TargetMode="External"/><Relationship Id="rId27" Type="http://schemas.openxmlformats.org/officeDocument/2006/relationships/hyperlink" Target="https://docs.ansible.com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ansible/latest/collections/ansible/builtin/assert_module.html#ansible-collections-ansible-builtin-assert-module" TargetMode="Externa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V6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12/05/2025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3155202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6091670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D9D9D9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D9D9D9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https://docs.ansible.com/ansible/2.6/user_guide/playbooks_reuse.html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included: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[setup] 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u'LANG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'}) =&gt; {"backup": "", "changed": false, "item": {"key": "LANG", "value": 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u'LC_ALL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'}) =&gt; {"backup": "", "changed": false, "item": {"key": "LC_ALL", "value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kernel.shmmni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u'16384'}) =&gt; {"backup": "", "changed": true, "item": {"key": "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kernel.shmmni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kernel.shmmax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u'68719476736'}) =&gt; {"backup": "", "changed": true, "item": {"key": "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kernel.shmmax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: 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ok=3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changed=1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unreachable=0    failed=0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https://docs.ansible.com/ansible/latest/user_guide/playbooks_variables.html#ansible-variable-precedence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https://docs.ansible.com/ansible/latest/user_guide/become.html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https://docs.ansible.com/ansible/latest/user_guide/playbooks_filters.html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https://docs.ansible.com/ansible/2.9/user_guide/playbooks_filters.html#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https://docs.ansible.com/ansible/2.9/plugins/lookup.html#plugin-list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Tasks marked with this tag will always be executed, even if other tags are specified.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Tasks marked with this tag will never be executed, unless the 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always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tag is also present.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Executes only tasks that have tags, ignoring those without tags.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</a:t>
            </a:r>
          </a:p>
          <a:p>
            <a:r>
              <a:rPr lang="en-US" sz="1600" dirty="0"/>
              <a:t>    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tagged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https://docs.ansible.com/ansible/latest/user_guide/vault.html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 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 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 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FFC0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OK, Result1: [], Result2: [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u'test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OK, Result1: [u'SSH-2.0-OpenSSH_5.3',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u'Protocol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mismatch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.'], Result2: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search_string</a:t>
            </a:r>
            <a:r>
              <a:rPr lang="en-US" sz="900" dirty="0"/>
              <a:t>: '&lt;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[45]?$"&gt;'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'        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[34]?$"&gt;'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Install, configure, and start Apache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block</a:t>
            </a:r>
            <a:r>
              <a:rPr lang="en-US" altLang="en-US" sz="10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ansible.builtin.dnf: name: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600" dirty="0"/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  - name: Install NFS utils</a:t>
            </a:r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  state: present</a:t>
            </a:r>
          </a:p>
          <a:p>
            <a:r>
              <a:rPr lang="en-US" sz="750" dirty="0"/>
              <a:t>  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</a:t>
            </a: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ansible-playbook </a:t>
            </a:r>
            <a:r>
              <a:rPr lang="en-US" altLang="en-US" sz="60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site.yml</a:t>
            </a: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22:55:58 +0800 (0:00:00.055) 0:00:00.055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22:55:58 +0800 (0:00:00.054) 0:00:00.054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 TASK [Deploy Web service] 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22:56:00 +0800 (0:00:01.603) 0:00:01.659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22:56:00 +0800 (0:00:01.603) 0:00:01.658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node1: ok=9 changed=4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Playbook run took 0 days, 0 hours, 0 minutes, 14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Thursday 23 December 2021 22:56:12 +0800 (0:00:00.541) 0:00:14.100 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Install httpd and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------- 5.42s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Git checkout ---------------------- 3.40s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--------------------------------------- 1.60s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Enable and Run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---------- 0.82s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permitt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httpd service --- 0.72s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httpd enabled and running --------- 0.55s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Set Hostname on Site -------------- 0.54s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&amp; directory -------- 0.52s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------------------ 0.41s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 Web service ------------------------------------ 0.04s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Thursday 23 December 2021 22:56:12 +0800 (0:00:00.541) 0:00:14.099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------------------------- 12.40s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------------------------------- 1.60s I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nclude_role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------------------------------- 0.04s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------------------------------------- 14.04s</a:t>
            </a:r>
            <a:br>
              <a:rPr lang="en-US" altLang="en-US" sz="600" dirty="0">
                <a:latin typeface="Lucida Sans Typewriter" panose="020B0509030504030204" pitchFamily="49" charset="0"/>
              </a:rPr>
            </a:br>
            <a:endParaRPr lang="en-US" altLang="en-US" sz="600" dirty="0"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 the SSH host keys to prevent spoofing or Man-in-the-middle, which consume time. It can be disabled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(integration example - ManageIQ / CloudForms is a legacy integration)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223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5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