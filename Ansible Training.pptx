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Tower,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Tower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Tower is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enterprise </a:t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Tower,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Ansible Tower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 &amp; WinRM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ANSIBLE’S AUTOMATION ENGINE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ANSIBLE’S AUTOMATION ENGINE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 Engine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 Engine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Core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Included with Ansible,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Extras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available in the Ansible Extras repository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msg="start block execution"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msg="always execution bock"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 new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 --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api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-server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your_automation_hub_url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--username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your_username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--password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your_password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delete|import|info|init|install|list|login|remove|search|setup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[--help] [options]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-c, --ignore-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Ignore SSL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certificate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validation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-s API_SERVER, --server=API_SERVER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The API server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mode (-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more, 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enable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debugging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program's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version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number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&lt;command&gt; --help' for more information on a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2.7.0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git@gitlab.com:guardianproject-ops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/ansible-nginx-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master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1.3.0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git@git.company.com:my_namespace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/ansible-my-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Galaxy_info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custom action request”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min_ansible_version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“2.9”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build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–force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on_any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**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kwargs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runner_on_error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msg):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runner_on_skipped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item=None):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runner_on_unreachable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runner_on_no_hosts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runner_on_async_poll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clock):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playbook_on_notify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handler):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playbook_on_no_hosts_matched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playbook_on_no_hosts_remaining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playbook_on_task_start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name,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is_conditional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playbook_on_vars_prompt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varname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private=True, prompt=None, encrypt=None, 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confirm=False,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salt_size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=None, salt=None, default=None):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playbook_on_setup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imported_file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missing_file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playbook_on_play_start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pattern):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Couldnt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 connect with the socket-server: %s\n terminating program"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%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'Connection address:'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"received TCP data:"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6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fail_msg: "'my_param'= {{ _my_var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success_msg: "'my_param' '= {{ _my_var }} is between 0 and 100"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</a:t>
            </a:r>
            <a:r>
              <a:rPr lang="en-US" sz="1350" dirty="0" err="1"/>
              <a:t>prequisites</a:t>
            </a:r>
            <a:r>
              <a:rPr lang="en-US" sz="1350" dirty="0"/>
              <a:t> must control by </a:t>
            </a:r>
            <a:r>
              <a:rPr lang="en-US" sz="1350" dirty="0">
                <a:highlight>
                  <a:srgbClr val="FFFF00"/>
                </a:highlight>
              </a:rPr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</a:t>
            </a:r>
            <a:r>
              <a:rPr lang="en-US" sz="750" dirty="0" err="1"/>
              <a:t>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rhel8</a:t>
            </a:r>
          </a:p>
          <a:p>
            <a:r>
              <a:rPr lang="en-US" sz="750" dirty="0"/>
              <a:t>    image: registry.access.redhat.com/ubi8/ubi-</a:t>
            </a:r>
            <a:r>
              <a:rPr lang="en-US" sz="750" dirty="0" err="1"/>
              <a:t>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</a:t>
            </a:r>
            <a:r>
              <a:rPr lang="en-US" sz="750" dirty="0" err="1"/>
              <a:t>callback_whitelist</a:t>
            </a:r>
            <a:r>
              <a:rPr lang="en-US" sz="750" dirty="0"/>
              <a:t>: </a:t>
            </a:r>
            <a:r>
              <a:rPr lang="en-US" sz="750" dirty="0" err="1"/>
              <a:t>profile_tasks</a:t>
            </a:r>
            <a:r>
              <a:rPr lang="en-US" sz="750" dirty="0"/>
              <a:t>, timer, </a:t>
            </a:r>
            <a:r>
              <a:rPr lang="en-US" sz="750" dirty="0" err="1"/>
              <a:t>yaml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</a:t>
            </a:r>
          </a:p>
          <a:p>
            <a:r>
              <a:rPr lang="en-US" sz="750" dirty="0"/>
              <a:t>lint: |</a:t>
            </a:r>
          </a:p>
          <a:p>
            <a:r>
              <a:rPr lang="en-US" sz="750" dirty="0"/>
              <a:t>  set -e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yamllint</a:t>
            </a:r>
            <a:r>
              <a:rPr lang="en-US" sz="750" dirty="0"/>
              <a:t> .</a:t>
            </a:r>
          </a:p>
          <a:p>
            <a:r>
              <a:rPr lang="en-US" sz="750" dirty="0"/>
              <a:t>  ansible-lint .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ansible-galaxy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role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--driver-name=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podman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INSTALL.rst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https://my.scm.com/my-ansible-roles/role1.git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'{{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 2.9 or later</a:t>
            </a:r>
          </a:p>
          <a:p>
            <a:r>
              <a:rPr lang="en-US" sz="1100" dirty="0"/>
              <a:t>* Python 3.6 or later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min_ansible_version</a:t>
            </a:r>
            <a:r>
              <a:rPr lang="en-US" sz="1050" dirty="0"/>
              <a:t>: 2.9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</a:t>
            </a:r>
            <a:r>
              <a:rPr lang="en-US" sz="1050" dirty="0" err="1"/>
              <a:t>xenial</a:t>
            </a:r>
            <a:endParaRPr lang="en-US" sz="1050" dirty="0"/>
          </a:p>
          <a:p>
            <a:r>
              <a:rPr lang="en-US" sz="1050" dirty="0"/>
              <a:t>        - bionic</a:t>
            </a:r>
          </a:p>
          <a:p>
            <a:r>
              <a:rPr lang="en-US" sz="1050" dirty="0"/>
              <a:t>    - name: CentOS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- 7</a:t>
            </a:r>
          </a:p>
          <a:p>
            <a:r>
              <a:rPr lang="en-US" sz="1050" dirty="0"/>
              <a:t>        - 8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