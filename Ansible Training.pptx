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Tower,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Tower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Tower is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enterprise </a:t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Tower,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Ansible Tower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 &amp; WinRM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 Automation Engine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ANSIBLE’S AUTOMATION ENGINE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VMware, EC2, Rackspace, GCE,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Azure, Spacewalk, Hanlon, Cobbler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 Automation Engine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ANSIBLE’S AUTOMATION ENGINE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 Engine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 Engine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yum install ansible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–i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“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_meta”: { “</a:t>
            </a:r>
            <a:r>
              <a:rPr lang="en-US" sz="1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”: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"192.168.1.101“,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"root”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"192.168.1.102",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"root”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"192.168.1.111",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"root”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"192.168.1.112",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"root”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"192.168.1.201",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 root”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"192.168.1.202",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 root”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"192.168.1.211",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 root”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"192.168.1.212", "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 root”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[ “APP1”, “APP2”]},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“APP1”: { “children”: [ “WEB”, “DB”],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“</a:t>
            </a:r>
            <a:r>
              <a:rPr lang="en-US" sz="1400" b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”: [“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srv1-1”, “srv1-2”, “srv1-11”, “srv1-12”,  </a:t>
            </a: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“APP2”: { “children”: [ “WEB”, “DB”],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“hosts”: [“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srv2-1”, “srv2-2”, “srv2-11”, “srv2-12”,  </a:t>
            </a: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“WEB”: { “hosts”: [ “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srv1-1”, “srv1-2”, “srv2-1”, “srv2-2”</a:t>
            </a: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“DB”: { “hosts”: [ “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srv1-11”, “srv1-12”, “srv2-11”, “srv2-12”</a:t>
            </a: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BSD Jails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DigitalOcean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 Compute Engine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Linode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 Nova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SpaceWalk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Vagrant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Zabbix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Vcenter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Cloudforms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ManageIQ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–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test_inventory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–list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–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–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my_Inventory_file.yml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–</a:t>
            </a:r>
            <a:r>
              <a:rPr lang="en-US" sz="11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my_Inventory_script.py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 –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my_Inventory_script.py –l Web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service: name=httpd state=running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debug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msg « tache 1 »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last_restult|false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Debug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msg «  tache 2 »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last_result|false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highlight>
                  <a:srgbClr val="FFFF00"/>
                </a:highlight>
                <a:latin typeface="Arial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debug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msg« tache 1 »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debug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 msg «  tache 2 »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highlight>
                  <a:srgbClr val="FFFF00"/>
                </a:highlight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highlight>
                  <a:srgbClr val="FFFF00"/>
                </a:highlight>
                <a:latin typeface="Arial" pitchFamily="18"/>
                <a:ea typeface="WenQuanYi Zen Hei Sharp" pitchFamily="2"/>
                <a:cs typeface="WenQuanYi Zen Hei Sharp" pitchFamily="2"/>
              </a:rPr>
              <a:t> :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highlight>
                  <a:srgbClr val="FFFF00"/>
                </a:highlight>
                <a:latin typeface="Arial" pitchFamily="18"/>
                <a:ea typeface="WenQuanYi Zen Hei Sharp" pitchFamily="2"/>
                <a:cs typeface="WenQuanYi Zen Hei Sharp" pitchFamily="2"/>
              </a:rPr>
              <a:t>last_result|false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Core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Included with Ansible,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Extras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available in the Ansible Extras repository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apt/yum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‘:set list’ : display hidden </a:t>
            </a:r>
            <a:r>
              <a:rPr lang="en-US" sz="2000" dirty="0" err="1"/>
              <a:t>caracters</a:t>
            </a:r>
            <a:r>
              <a:rPr lang="en-US" sz="2000" dirty="0"/>
              <a:t>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my_string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“toto”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my_array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[“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qwert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”, “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asdfg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”, “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zxcvb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”]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my_dict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{ user: “toto”, id: 1234, shell: “/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sbin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/bash”}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“{{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my_string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}} {{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}}”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“{{ my_array.0 }} {{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my_array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[0] }}”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“{{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my_dict.user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}} {{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my_dict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[“user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”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] }}”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“{{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}}”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“Parameter defined in {{ mon_param_0 }} - {{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=“{{ mon_param2 }}”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</a:t>
            </a:r>
            <a:r>
              <a:rPr lang="en-US" dirty="0" err="1">
                <a:highlight>
                  <a:srgbClr val="00FF00"/>
                </a:highlight>
              </a:rPr>
              <a:t>my_vategory</a:t>
            </a:r>
            <a:r>
              <a:rPr lang="en-US" dirty="0"/>
              <a:t>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</a:t>
            </a:r>
            <a:r>
              <a:rPr lang="en-US" dirty="0" err="1"/>
              <a:t>ansible_local</a:t>
            </a:r>
            <a:r>
              <a:rPr lang="en-US" dirty="0"/>
              <a:t>[‘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/>
              <a:t>’][‘</a:t>
            </a:r>
            <a:r>
              <a:rPr lang="en-US" dirty="0" err="1">
                <a:highlight>
                  <a:srgbClr val="00FF00"/>
                </a:highlight>
              </a:rPr>
              <a:t>my_category</a:t>
            </a:r>
            <a:r>
              <a:rPr lang="en-US" dirty="0"/>
              <a:t>’][‘</a:t>
            </a:r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’]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ansible.builtin.include_var</a:t>
            </a:r>
            <a:r>
              <a:rPr lang="en-US" dirty="0"/>
              <a:t>:</a:t>
            </a:r>
          </a:p>
          <a:p>
            <a:r>
              <a:rPr lang="en-US" dirty="0"/>
              <a:t>        file: “{{ </a:t>
            </a:r>
            <a:r>
              <a:rPr lang="en-US" dirty="0" err="1"/>
              <a:t>my_vars_file</a:t>
            </a:r>
            <a:r>
              <a:rPr lang="en-US" dirty="0"/>
              <a:t> }}” 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 err="1"/>
              <a:t>hostvars</a:t>
            </a:r>
            <a:r>
              <a:rPr lang="en-US" sz="1800" dirty="0"/>
              <a:t>[ </a:t>
            </a:r>
            <a:r>
              <a:rPr lang="en-US" sz="1800" dirty="0" err="1"/>
              <a:t>inventory_hostname</a:t>
            </a:r>
            <a:r>
              <a:rPr lang="en-US" sz="1800" dirty="0"/>
              <a:t>] =&gt; </a:t>
            </a:r>
            <a:r>
              <a:rPr lang="en-US" sz="1800" dirty="0" err="1"/>
              <a:t>ansible_facts</a:t>
            </a:r>
            <a:r>
              <a:rPr lang="en-US" sz="1800" dirty="0"/>
              <a:t> 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 err="1"/>
              <a:t>Ansible_facts</a:t>
            </a:r>
            <a:r>
              <a:rPr lang="en-US" sz="1800" dirty="0"/>
              <a:t>[‘ansible_default_ipv4’][‘address’]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failed_when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“ ‘FAILED’ in </a:t>
            </a:r>
            <a:r>
              <a:rPr lang="en-US" sz="2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result.stdout</a:t>
            </a: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 ”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changed_when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“ ‘FAILED’ in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result.stdout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 ”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msg=”start block execution” 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msg=”an error occurs”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msg=”always execution bock”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https_proxy</a:t>
            </a:r>
            <a:r>
              <a:rPr lang="en-US" sz="1600" dirty="0"/>
              <a:t>:  “</a:t>
            </a:r>
            <a:r>
              <a:rPr lang="en-US" sz="1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http://proxy.example.com:8080”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</a:t>
            </a: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inventory_hostname</a:t>
            </a:r>
            <a:r>
              <a:rPr lang="en-US" dirty="0"/>
              <a:t> }}“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ma_variable|mandatory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(“var requited”)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–I inventory </a:t>
            </a:r>
            <a:r>
              <a:rPr lang="en-US" i="1" dirty="0" err="1"/>
              <a:t>set_user.yml</a:t>
            </a:r>
            <a:r>
              <a:rPr lang="en-US" i="1" dirty="0"/>
              <a:t> –e </a:t>
            </a:r>
            <a:r>
              <a:rPr lang="en-US" i="1" dirty="0" err="1"/>
              <a:t>user_name</a:t>
            </a:r>
            <a:r>
              <a:rPr lang="en-US" i="1" dirty="0"/>
              <a:t>=“toto” [–e </a:t>
            </a:r>
            <a:r>
              <a:rPr lang="en-US" i="1" dirty="0" err="1"/>
              <a:t>user_group</a:t>
            </a:r>
            <a:r>
              <a:rPr lang="en-US" i="1" dirty="0"/>
              <a:t>=“titi”]</a:t>
            </a:r>
          </a:p>
          <a:p>
            <a:r>
              <a:rPr lang="en-US" i="1" dirty="0"/>
              <a:t>Ansible-playbook –I inventory </a:t>
            </a:r>
            <a:r>
              <a:rPr lang="en-US" i="1" dirty="0" err="1"/>
              <a:t>set_user.yml</a:t>
            </a:r>
            <a:r>
              <a:rPr lang="en-US" i="1" dirty="0"/>
              <a:t> –e “</a:t>
            </a:r>
            <a:r>
              <a:rPr lang="en-US" i="1" dirty="0" err="1"/>
              <a:t>user_name</a:t>
            </a:r>
            <a:r>
              <a:rPr lang="en-US" i="1" dirty="0"/>
              <a:t>=‘toto’ </a:t>
            </a:r>
            <a:r>
              <a:rPr lang="en-US" i="1" dirty="0" err="1"/>
              <a:t>user_group</a:t>
            </a:r>
            <a:r>
              <a:rPr lang="en-US" i="1" dirty="0"/>
              <a:t>=‘titi’ ”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</a:t>
            </a:r>
            <a:r>
              <a:rPr lang="en-US" dirty="0" err="1"/>
              <a:t>The_Name</a:t>
            </a:r>
            <a:r>
              <a:rPr lang="en-US" dirty="0"/>
              <a:t>: “{{ </a:t>
            </a:r>
            <a:r>
              <a:rPr lang="en-US" dirty="0" err="1"/>
              <a:t>user_name</a:t>
            </a:r>
            <a:r>
              <a:rPr lang="en-US" dirty="0"/>
              <a:t> | mandatory(‘</a:t>
            </a:r>
            <a:r>
              <a:rPr lang="en-US" dirty="0" err="1"/>
              <a:t>user_name</a:t>
            </a:r>
            <a:r>
              <a:rPr lang="en-US" dirty="0"/>
              <a:t> must be defined’) }}”</a:t>
            </a:r>
          </a:p>
          <a:p>
            <a:r>
              <a:rPr lang="en-US" dirty="0"/>
              <a:t>    </a:t>
            </a:r>
            <a:r>
              <a:rPr lang="en-US" dirty="0" err="1"/>
              <a:t>The_Group</a:t>
            </a:r>
            <a:r>
              <a:rPr lang="en-US" dirty="0"/>
              <a:t>: “{{ </a:t>
            </a:r>
            <a:r>
              <a:rPr lang="en-US" dirty="0" err="1"/>
              <a:t>user_group</a:t>
            </a:r>
            <a:r>
              <a:rPr lang="en-US" dirty="0"/>
              <a:t> | default(‘nobody’) }}”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Ensure </a:t>
            </a:r>
            <a:r>
              <a:rPr lang="en-US" dirty="0" err="1"/>
              <a:t>user_name</a:t>
            </a:r>
            <a:r>
              <a:rPr lang="en-US" dirty="0"/>
              <a:t> is provided</a:t>
            </a:r>
          </a:p>
          <a:p>
            <a:r>
              <a:rPr lang="en-US" dirty="0"/>
              <a:t>      fail:</a:t>
            </a:r>
          </a:p>
          <a:p>
            <a:r>
              <a:rPr lang="en-US" dirty="0"/>
              <a:t>        msg: "The variable '</a:t>
            </a:r>
            <a:r>
              <a:rPr lang="en-US" dirty="0" err="1"/>
              <a:t>user_name</a:t>
            </a:r>
            <a:r>
              <a:rPr lang="en-US" dirty="0"/>
              <a:t>' is mandatory."</a:t>
            </a:r>
          </a:p>
          <a:p>
            <a:r>
              <a:rPr lang="en-US" dirty="0"/>
              <a:t>      when: </a:t>
            </a:r>
            <a:r>
              <a:rPr lang="en-US" dirty="0" err="1"/>
              <a:t>user_name</a:t>
            </a:r>
            <a:r>
              <a:rPr lang="en-US" dirty="0"/>
              <a:t> | mandatory</a:t>
            </a:r>
          </a:p>
          <a:p>
            <a:endParaRPr lang="en-US" dirty="0"/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group:</a:t>
            </a:r>
          </a:p>
          <a:p>
            <a:r>
              <a:rPr lang="en-US" dirty="0"/>
              <a:t>        name: “{{ </a:t>
            </a:r>
            <a:r>
              <a:rPr lang="en-US" dirty="0" err="1"/>
              <a:t>The_Group</a:t>
            </a:r>
            <a:r>
              <a:rPr lang="en-US" dirty="0"/>
              <a:t> }}”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user:</a:t>
            </a:r>
          </a:p>
          <a:p>
            <a:r>
              <a:rPr lang="en-US" dirty="0"/>
              <a:t>        name: "{{ </a:t>
            </a:r>
            <a:r>
              <a:rPr lang="en-US" dirty="0" err="1"/>
              <a:t>The_Name</a:t>
            </a:r>
            <a:r>
              <a:rPr lang="en-US" dirty="0"/>
              <a:t>}}"</a:t>
            </a:r>
          </a:p>
          <a:p>
            <a:r>
              <a:rPr lang="en-US" dirty="0"/>
              <a:t>        group: "{{ </a:t>
            </a:r>
            <a:r>
              <a:rPr lang="en-US" dirty="0" err="1"/>
              <a:t>The_Group</a:t>
            </a:r>
            <a:r>
              <a:rPr lang="en-US" dirty="0"/>
              <a:t> }}“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When Task generate a change: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- 00-prepare_undercloud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yum: state=installed name=*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test $(rpm -q --last kernel | sed  's/^kernel-\(.*\)  .*/\1/'|head -1) == $(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uname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reboot_needed.changed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==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yum: state=latest name=*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test $(rpm -q --last kernel | sed  's/^kernel-\(.*\)  .*/\1/'|head -1) == $(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uname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“ {{ </a:t>
            </a:r>
            <a:r>
              <a:rPr lang="en-US" sz="14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REBOOTED”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</a:t>
            </a:r>
            <a:r>
              <a:rPr lang="en-US" sz="1400" dirty="0" err="1"/>
              <a:t>http_proxy</a:t>
            </a:r>
            <a:r>
              <a:rPr lang="en-US" sz="1400" dirty="0"/>
              <a:t>', value: ‘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400" dirty="0"/>
              <a:t>' }</a:t>
            </a:r>
          </a:p>
          <a:p>
            <a:r>
              <a:rPr lang="en-US" sz="1400" dirty="0"/>
              <a:t>        - { var: '</a:t>
            </a:r>
            <a:r>
              <a:rPr lang="en-US" sz="1400" dirty="0" err="1"/>
              <a:t>https_proxy</a:t>
            </a:r>
            <a:r>
              <a:rPr lang="en-US" sz="1400" dirty="0"/>
              <a:t>', value: ‘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400" dirty="0"/>
              <a:t>’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package: state=installed name=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item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ntp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deltarpm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with_item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undercloud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</a:t>
            </a:r>
            <a:r>
              <a:rPr lang="en-US" sz="16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6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undercloud.cfg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“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item[‘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entry’]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item[‘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column’]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}}”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image_path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/home/stack/images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undercloud_public_vip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.10"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‘group1’]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‘group2’]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‘group3’]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’, ‘group1’]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</a:t>
            </a:r>
            <a:r>
              <a:rPr lang="en-US" sz="1400" dirty="0"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</a:rPr>
              <a:t>user1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‘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</a:t>
            </a:r>
            <a:r>
              <a:rPr lang="en-US" sz="1400" dirty="0"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</a:rPr>
              <a:t>user1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‘group3’]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item=[‘user2', ‘group1’]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item=[‘user2', ‘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item=[‘user2', ‘group3’]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item=[‘user3', ‘group1’]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item=[‘user3', ‘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item=[‘user3', ‘group3’]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 err="1"/>
              <a:t>hostvars</a:t>
            </a:r>
            <a:r>
              <a:rPr lang="en-US" sz="1800" dirty="0"/>
              <a:t>[</a:t>
            </a:r>
            <a:r>
              <a:rPr lang="en-US" sz="1800" dirty="0" err="1"/>
              <a:t>inventory_hostname</a:t>
            </a:r>
            <a:r>
              <a:rPr lang="en-US" sz="1800" dirty="0"/>
              <a:t>][‘ansible_default_ipv4’][‘address’]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hostvars</a:t>
            </a:r>
            <a:r>
              <a:rPr lang="en-US" dirty="0"/>
              <a:t>[ item][‘ansible_default_ipv4’][‘address’] }} {{ item }}"</a:t>
            </a:r>
          </a:p>
          <a:p>
            <a:r>
              <a:rPr lang="en-US" dirty="0"/>
              <a:t>      loop:         {{  groups[‘all’] }}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item.ip</a:t>
            </a:r>
            <a:r>
              <a:rPr lang="en-US" dirty="0"/>
              <a:t> }} {{ </a:t>
            </a:r>
            <a:r>
              <a:rPr lang="en-US" dirty="0" err="1"/>
              <a:t>item.hostname</a:t>
            </a:r>
            <a:r>
              <a:rPr lang="en-US" dirty="0"/>
              <a:t>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map('extract', </a:t>
            </a:r>
            <a:r>
              <a:rPr lang="en-US" dirty="0" err="1"/>
              <a:t>hostvars</a:t>
            </a:r>
            <a:r>
              <a:rPr lang="en-US" dirty="0"/>
              <a:t>, ['ansible_default_ipv4', 'address']) | map('</a:t>
            </a:r>
            <a:r>
              <a:rPr lang="en-US" dirty="0" err="1"/>
              <a:t>community.general.dict_kv</a:t>
            </a:r>
            <a:r>
              <a:rPr lang="en-US" dirty="0"/>
              <a:t>', 'hostname', </a:t>
            </a:r>
            <a:r>
              <a:rPr lang="en-US" dirty="0" err="1"/>
              <a:t>inventory_hostname</a:t>
            </a:r>
            <a:r>
              <a:rPr lang="en-US" dirty="0"/>
              <a:t>, '</a:t>
            </a:r>
            <a:r>
              <a:rPr lang="en-US" dirty="0" err="1"/>
              <a:t>ip</a:t>
            </a:r>
            <a:r>
              <a:rPr lang="en-US" dirty="0"/>
              <a:t>') | list</a:t>
            </a:r>
          </a:p>
          <a:p>
            <a:r>
              <a:rPr lang="en-US" dirty="0"/>
              <a:t>          + [{'hostname': 'google.com', '</a:t>
            </a:r>
            <a:r>
              <a:rPr lang="en-US" dirty="0" err="1"/>
              <a:t>ip</a:t>
            </a:r>
            <a:r>
              <a:rPr lang="en-US" dirty="0"/>
              <a:t>': ‘8.8.8.8'}]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{ ‘hostname’: “node1.example.com”, “</a:t>
            </a:r>
            <a:r>
              <a:rPr lang="en-US" dirty="0" err="1"/>
              <a:t>ip</a:t>
            </a:r>
            <a:r>
              <a:rPr lang="en-US" dirty="0"/>
              <a:t>; ”192.0.2.139”}</a:t>
            </a:r>
          </a:p>
          <a:p>
            <a:r>
              <a:rPr lang="en-US" dirty="0"/>
              <a:t> - { ‘hostname’: “</a:t>
            </a:r>
            <a:r>
              <a:rPr lang="en-US" dirty="0" err="1"/>
              <a:t>google.comm</a:t>
            </a:r>
            <a:r>
              <a:rPr lang="en-US" dirty="0"/>
              <a:t>”, “</a:t>
            </a:r>
            <a:r>
              <a:rPr lang="en-US" dirty="0" err="1"/>
              <a:t>ip</a:t>
            </a:r>
            <a:r>
              <a:rPr lang="en-US" dirty="0"/>
              <a:t>; ”8.8.8.8”}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–tags and –skip-tags: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=’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-premier-test’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|replace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(‘-’,’ ‘)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servers=’server1,server2,server3’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</a:t>
            </a:r>
            <a:r>
              <a:rPr lang="en-US" sz="20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servers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.split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(‘,’)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=“{{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proxy_url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}}”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=“{{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proxy_url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}}”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[ item][‘ansible_default_ipv4’][‘address’]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        {{  groups[‘all’] }}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docker-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io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installed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check on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async_status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"{{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.ansible_job_id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yes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yum: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“Upgrade ongoing “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async_status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wait_for_connection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</a:t>
            </a:r>
            <a:r>
              <a:rPr lang="en-US" sz="1600" b="1" dirty="0"/>
              <a:t>ask-vault-pass</a:t>
            </a:r>
            <a:r>
              <a:rPr lang="en-US" sz="1600" dirty="0"/>
              <a:t> –</a:t>
            </a:r>
            <a:r>
              <a:rPr lang="en-US" sz="1600" b="1" dirty="0"/>
              <a:t>vault-id</a:t>
            </a:r>
            <a:r>
              <a:rPr lang="en-US" sz="1600" dirty="0"/>
              <a:t> test1 -</a:t>
            </a:r>
            <a:r>
              <a:rPr lang="en-US" sz="1600" dirty="0" err="1"/>
              <a:t>i</a:t>
            </a:r>
            <a:r>
              <a:rPr lang="en-US" sz="1600" dirty="0"/>
              <a:t> </a:t>
            </a:r>
            <a:r>
              <a:rPr lang="en-US" sz="1600" dirty="0" err="1"/>
              <a:t>inventory.yml</a:t>
            </a:r>
            <a:r>
              <a:rPr lang="en-US" sz="1600" dirty="0"/>
              <a:t> </a:t>
            </a:r>
            <a:r>
              <a:rPr lang="en-US" sz="1600" dirty="0" err="1"/>
              <a:t>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--ask-vault-file /tmp/my_file.sh –vault-id test1 -</a:t>
            </a:r>
            <a:r>
              <a:rPr lang="en-US" sz="1600" dirty="0" err="1"/>
              <a:t>i</a:t>
            </a:r>
            <a:r>
              <a:rPr lang="en-US" sz="1600" dirty="0"/>
              <a:t> </a:t>
            </a:r>
            <a:r>
              <a:rPr lang="en-US" sz="1600" dirty="0" err="1"/>
              <a:t>inventory.yml</a:t>
            </a:r>
            <a:r>
              <a:rPr lang="en-US" sz="1600" dirty="0"/>
              <a:t> </a:t>
            </a:r>
            <a:r>
              <a:rPr lang="en-US" sz="1600" dirty="0" err="1"/>
              <a:t>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</a:t>
            </a:r>
            <a:r>
              <a:rPr lang="en-US" sz="1100" b="1" dirty="0"/>
              <a:t>ask-vault-pass</a:t>
            </a:r>
            <a:r>
              <a:rPr lang="en-US" sz="1100" dirty="0"/>
              <a:t> –</a:t>
            </a:r>
            <a:r>
              <a:rPr lang="en-US" sz="1100" b="1" dirty="0"/>
              <a:t>vault-id</a:t>
            </a:r>
            <a:r>
              <a:rPr lang="en-US" sz="1100" dirty="0"/>
              <a:t> test1 -</a:t>
            </a:r>
            <a:r>
              <a:rPr lang="en-US" sz="1100" dirty="0" err="1"/>
              <a:t>i</a:t>
            </a:r>
            <a:r>
              <a:rPr lang="en-US" sz="1100" dirty="0"/>
              <a:t> </a:t>
            </a:r>
            <a:r>
              <a:rPr lang="en-US" sz="1100" dirty="0" err="1"/>
              <a:t>inventory.yml</a:t>
            </a:r>
            <a:r>
              <a:rPr lang="en-US" sz="1100" dirty="0"/>
              <a:t> </a:t>
            </a:r>
            <a:r>
              <a:rPr lang="en-US" sz="1100" dirty="0" err="1"/>
              <a:t>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</a:t>
            </a:r>
            <a:r>
              <a:rPr lang="en-US" dirty="0" err="1"/>
              <a:t>encrypt_string</a:t>
            </a:r>
            <a:r>
              <a:rPr lang="en-US" dirty="0"/>
              <a:t> '</a:t>
            </a:r>
            <a:r>
              <a:rPr lang="en-US" dirty="0" err="1"/>
              <a:t>myuser</a:t>
            </a:r>
            <a:r>
              <a:rPr lang="en-US" dirty="0"/>
              <a:t>' --name '</a:t>
            </a:r>
            <a:r>
              <a:rPr lang="en-US" dirty="0" err="1"/>
              <a:t>ansible_user</a:t>
            </a:r>
            <a:r>
              <a:rPr lang="en-US" dirty="0"/>
              <a:t>’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--vault-id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user_key@prompt</a:t>
            </a:r>
            <a:endParaRPr lang="en-US" dirty="0"/>
          </a:p>
          <a:p>
            <a:r>
              <a:rPr lang="en-US" dirty="0"/>
              <a:t>ansible-vault </a:t>
            </a:r>
            <a:r>
              <a:rPr lang="en-US" dirty="0" err="1"/>
              <a:t>encrypt_string</a:t>
            </a:r>
            <a:r>
              <a:rPr lang="en-US" dirty="0"/>
              <a:t> '</a:t>
            </a:r>
            <a:r>
              <a:rPr lang="en-US" dirty="0" err="1"/>
              <a:t>mypassword</a:t>
            </a:r>
            <a:r>
              <a:rPr lang="en-US" dirty="0"/>
              <a:t>' --name '</a:t>
            </a:r>
            <a:r>
              <a:rPr lang="en-US" dirty="0" err="1"/>
              <a:t>ansible_password</a:t>
            </a:r>
            <a:r>
              <a:rPr lang="en-US" dirty="0"/>
              <a:t>’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--vault-id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;</a:t>
            </a:r>
            <a:r>
              <a:rPr lang="en-US" sz="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</a:t>
            </a:r>
            <a:r>
              <a:rPr lang="en-US" sz="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;</a:t>
            </a:r>
            <a:r>
              <a:rPr lang="en-US" sz="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</a:t>
            </a:r>
            <a:r>
              <a:rPr lang="en-US" sz="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 new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 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 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rôle 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secure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 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install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rôle 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secure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 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60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include_role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configure SSH      &lt;= Dynamic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import_role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 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secure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OS               &lt;=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Static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 --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api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-server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your_automation_hub_url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--username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your_username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--password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your_password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–t rôle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delete|import|info|init|install|list|login|remove|search|setup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[--help] [options]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       show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-c, --ignore-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Ignore SSL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certificate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validation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-s API_SERVER, --server=API_SERVER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       The API server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verbose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verbose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mode (-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vvv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more, 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vvvv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enable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debugging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       show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program's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version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number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'ansible-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&lt;command&gt; --help' for more information on a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2.7.0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src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git@gitlab.com:guardianproject-ops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/ansible-nginx-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master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1.3.0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src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git@git.company.com:my_namespace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/ansible-my-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 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my_namespace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“0.1.0”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management tool”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“README.md”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“GPL-2.0-or-later”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“CCO”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“https://gitlab.example.com/........”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Galaxy_info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“0.1.0”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CCO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custom action request”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License:“GPL-2.0-or-later”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min_ansible_version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“2.9”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build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–force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on_any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*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**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kwargs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runner_on_failed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runner_on_ok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runner_on_error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msg):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runner_on_skipped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item=None):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runner_on_unreachable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runner_on_no_hosts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runner_on_async_poll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clock):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runner_on_async_ok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runner_on_async_failed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playbook_on_notify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handler):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playbook_on_no_hosts_matched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playbook_on_no_hosts_remaining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playbook_on_task_start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name,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is_conditional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playbook_on_vars_prompt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varname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private=True, prompt=None, encrypt=None, 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confirm=False,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salt_size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=None, salt=None, default=None):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playbook_on_setup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playbook_on_import_for_host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imported_file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playbook_on_not_import_for_host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missing_file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playbook_on_play_start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pattern):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playbook_on_stats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“</a:t>
            </a:r>
            <a:r>
              <a:rPr lang="en-US" sz="20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default=“</a:t>
            </a:r>
            <a:r>
              <a:rPr lang="en-US" sz="20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",['</a:t>
            </a:r>
            <a:r>
              <a:rPr lang="en-US" sz="20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20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','http’]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module.exit_json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(changed=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False,failed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=result, stderr=str(msg),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stdout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=str(data),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my_data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=“data”)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udp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'http’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'str’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6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6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600" b="0" dirty="0" err="1">
                <a:solidFill>
                  <a:srgbClr val="096545"/>
                </a:solidFill>
                <a:effectLst/>
                <a:latin typeface="ui-monospace"/>
              </a:rPr>
              <a:t>Couldnt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 connect with the socket-server: %s\n terminating program"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%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'Connection address:'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"received TCP data:"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6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_Role1_websocket_port=“{{ Role1_http_port + 10 }}”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=“8080”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</a:t>
            </a:r>
            <a:r>
              <a:rPr lang="en-US" altLang="en-US" sz="1050" dirty="0"/>
              <a:t>=“{{ </a:t>
            </a:r>
            <a:r>
              <a:rPr lang="en-US" sz="1050" dirty="0"/>
              <a:t>Role1_http_port</a:t>
            </a:r>
            <a:r>
              <a:rPr lang="en-US" altLang="en-US" sz="1050" dirty="0"/>
              <a:t> | default(</a:t>
            </a:r>
            <a:r>
              <a:rPr lang="en-US" sz="1050" dirty="0"/>
              <a:t>_ Default_Role1_http_port </a:t>
            </a:r>
            <a:r>
              <a:rPr lang="en-US" altLang="en-US" sz="1050" dirty="0"/>
              <a:t>) }}”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that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fail_msg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“’</a:t>
            </a:r>
            <a:r>
              <a:rPr lang="en-US" altLang="en-US" sz="1050" b="0" dirty="0" err="1">
                <a:solidFill>
                  <a:srgbClr val="4070A0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’= {{ _</a:t>
            </a:r>
            <a:r>
              <a:rPr lang="en-US" altLang="en-US" sz="1050" b="0" dirty="0" err="1">
                <a:solidFill>
                  <a:srgbClr val="4070A0"/>
                </a:solidFill>
                <a:latin typeface="SFMono-Regular"/>
              </a:rPr>
              <a:t>my_var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 }}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must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be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between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0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and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100“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success_msg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"'</a:t>
            </a:r>
            <a:r>
              <a:rPr lang="en-US" altLang="en-US" sz="1050" b="0" dirty="0" err="1">
                <a:solidFill>
                  <a:srgbClr val="4070A0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' ’= {{ _</a:t>
            </a:r>
            <a:r>
              <a:rPr lang="en-US" altLang="en-US" sz="1050" b="0" dirty="0" err="1">
                <a:solidFill>
                  <a:srgbClr val="4070A0"/>
                </a:solidFill>
                <a:latin typeface="SFMono-Regular"/>
              </a:rPr>
              <a:t>my_var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 }}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is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between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0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and</a:t>
            </a:r>
            <a:r>
              <a:rPr lang="en-US" altLang="en-US" sz="1050" dirty="0">
                <a:solidFill>
                  <a:srgbClr val="9960B5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70A0"/>
                </a:solidFill>
                <a:latin typeface="SFMono-Regular"/>
              </a:rPr>
              <a:t>100"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remove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install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disablerepo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=*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enablerepo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="Vault-*"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apt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'apt'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!= '5'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</a:t>
            </a:r>
            <a:r>
              <a:rPr lang="en-US" sz="900" dirty="0" err="1"/>
              <a:t>encrypt_string</a:t>
            </a:r>
            <a:r>
              <a:rPr lang="en-US" sz="900" dirty="0"/>
              <a:t> --vault-id </a:t>
            </a:r>
            <a:r>
              <a:rPr lang="en-US" sz="900" dirty="0" err="1"/>
              <a:t>dev@a_password_file</a:t>
            </a:r>
            <a:r>
              <a:rPr lang="en-US" sz="900" dirty="0"/>
              <a:t> '</a:t>
            </a:r>
            <a:r>
              <a:rPr lang="en-US" sz="900" dirty="0" err="1"/>
              <a:t>foobar</a:t>
            </a:r>
            <a:r>
              <a:rPr lang="en-US" sz="900" dirty="0"/>
              <a:t>' --name </a:t>
            </a:r>
            <a:r>
              <a:rPr lang="en-US" sz="975" b="1" dirty="0">
                <a:solidFill>
                  <a:srgbClr val="00B050"/>
                </a:solidFill>
              </a:rPr>
              <a:t>'</a:t>
            </a:r>
            <a:r>
              <a:rPr lang="en-US" sz="975" b="1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’ &gt;&gt; </a:t>
            </a:r>
            <a:r>
              <a:rPr lang="en-US" sz="900" dirty="0" err="1"/>
              <a:t>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</a:t>
            </a:r>
            <a:r>
              <a:rPr lang="en-US" sz="900" dirty="0" err="1"/>
              <a:t>ansible.builtin.debug</a:t>
            </a:r>
            <a:r>
              <a:rPr lang="en-US" sz="900" dirty="0"/>
              <a:t> -a var=" </a:t>
            </a:r>
            <a:r>
              <a:rPr lang="en-US" sz="975" b="1" dirty="0" err="1">
                <a:solidFill>
                  <a:srgbClr val="00B050"/>
                </a:solidFill>
              </a:rPr>
              <a:t>the_secret</a:t>
            </a:r>
            <a:r>
              <a:rPr lang="en-US" sz="975" b="1" dirty="0">
                <a:solidFill>
                  <a:srgbClr val="00B050"/>
                </a:solidFill>
              </a:rPr>
              <a:t> </a:t>
            </a:r>
            <a:r>
              <a:rPr lang="en-US" sz="900" dirty="0"/>
              <a:t>" -e "@</a:t>
            </a:r>
            <a:r>
              <a:rPr lang="en-US" sz="900" dirty="0" err="1"/>
              <a:t>vars.yml</a:t>
            </a:r>
            <a:r>
              <a:rPr lang="en-US" sz="900" dirty="0"/>
              <a:t>" --vault-id </a:t>
            </a:r>
            <a:r>
              <a:rPr lang="en-US" sz="900" dirty="0" err="1">
                <a:solidFill>
                  <a:schemeClr val="accent6">
                    <a:lumMod val="75000"/>
                  </a:schemeClr>
                </a:solidFill>
              </a:rPr>
              <a:t>dev</a:t>
            </a:r>
            <a:r>
              <a:rPr lang="en-US" sz="900" dirty="0" err="1"/>
              <a:t>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</a:t>
            </a:r>
            <a:r>
              <a:rPr lang="en-US" sz="675" dirty="0" err="1">
                <a:solidFill>
                  <a:schemeClr val="accent6">
                    <a:lumMod val="75000"/>
                  </a:schemeClr>
                </a:solidFill>
              </a:rPr>
              <a:t>dev</a:t>
            </a:r>
            <a:r>
              <a:rPr lang="en-US" sz="675" dirty="0" err="1"/>
              <a:t>@a_password_file</a:t>
            </a:r>
            <a:r>
              <a:rPr lang="en-US" sz="675" dirty="0"/>
              <a:t> '</a:t>
            </a:r>
            <a:r>
              <a:rPr lang="en-US" sz="675" dirty="0" err="1"/>
              <a:t>foobar</a:t>
            </a:r>
            <a:r>
              <a:rPr lang="en-US" sz="675" dirty="0"/>
              <a:t>' </a:t>
            </a:r>
            <a:r>
              <a:rPr lang="en-US" sz="750" b="1" dirty="0" err="1">
                <a:solidFill>
                  <a:srgbClr val="00B050"/>
                </a:solidFill>
              </a:rPr>
              <a:t>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--vault-id </a:t>
            </a:r>
            <a:r>
              <a:rPr lang="en-US" sz="675" dirty="0" err="1">
                <a:solidFill>
                  <a:schemeClr val="accent6">
                    <a:lumMod val="75000"/>
                  </a:schemeClr>
                </a:solidFill>
              </a:rPr>
              <a:t>dev</a:t>
            </a:r>
            <a:r>
              <a:rPr lang="en-US" sz="675" dirty="0" err="1"/>
              <a:t>@a_password_file'foobar</a:t>
            </a:r>
            <a:r>
              <a:rPr lang="en-US" sz="675" dirty="0"/>
              <a:t>' </a:t>
            </a:r>
            <a:r>
              <a:rPr lang="en-US" sz="750" b="1" dirty="0" err="1">
                <a:solidFill>
                  <a:srgbClr val="00B050"/>
                </a:solidFill>
              </a:rPr>
              <a:t>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0640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when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ansible_facts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['distribution'] == 'CentOS’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when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ansible_facts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['distribution'] == 'CentOS’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when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ansible_facts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['distribution'] == 'CentOS’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when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ansible_facts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['distribution'] == 'CentOS’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block.:</a:t>
            </a:r>
          </a:p>
          <a:p>
            <a:r>
              <a:rPr lang="en-US" sz="750" dirty="0"/>
              <a:t>  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    notify:</a:t>
            </a:r>
          </a:p>
          <a:p>
            <a:r>
              <a:rPr lang="en-US" sz="750" dirty="0"/>
              <a:t>      - restart </a:t>
            </a:r>
            <a:r>
              <a:rPr lang="en-US" sz="750" dirty="0" err="1"/>
              <a:t>ntpd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    state: started</a:t>
            </a:r>
          </a:p>
          <a:p>
            <a:r>
              <a:rPr lang="en-US" sz="750" dirty="0"/>
              <a:t>  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 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}}“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</a:t>
            </a:r>
            <a:r>
              <a:rPr lang="en-US" sz="1350" dirty="0" err="1"/>
              <a:t>prequisites</a:t>
            </a:r>
            <a:r>
              <a:rPr lang="en-US" sz="1350" dirty="0"/>
              <a:t> must control by </a:t>
            </a:r>
            <a:r>
              <a:rPr lang="en-US" sz="1350" dirty="0">
                <a:highlight>
                  <a:srgbClr val="FFFF00"/>
                </a:highlight>
              </a:rPr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</a:t>
            </a:r>
            <a:r>
              <a:rPr lang="en-US" sz="750" dirty="0" err="1"/>
              <a:t>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rhel8</a:t>
            </a:r>
          </a:p>
          <a:p>
            <a:r>
              <a:rPr lang="en-US" sz="750" dirty="0"/>
              <a:t>    image: registry.access.redhat.com/ubi8/ubi-</a:t>
            </a:r>
            <a:r>
              <a:rPr lang="en-US" sz="750" dirty="0" err="1"/>
              <a:t>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</a:t>
            </a:r>
            <a:r>
              <a:rPr lang="en-US" sz="750" dirty="0" err="1"/>
              <a:t>callback_whitelist</a:t>
            </a:r>
            <a:r>
              <a:rPr lang="en-US" sz="750" dirty="0"/>
              <a:t>: </a:t>
            </a:r>
            <a:r>
              <a:rPr lang="en-US" sz="750" dirty="0" err="1"/>
              <a:t>profile_tasks</a:t>
            </a:r>
            <a:r>
              <a:rPr lang="en-US" sz="750" dirty="0"/>
              <a:t>, timer, </a:t>
            </a:r>
            <a:r>
              <a:rPr lang="en-US" sz="750" dirty="0" err="1"/>
              <a:t>yaml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</a:t>
            </a:r>
          </a:p>
          <a:p>
            <a:r>
              <a:rPr lang="en-US" sz="750" dirty="0"/>
              <a:t>lint: |</a:t>
            </a:r>
          </a:p>
          <a:p>
            <a:r>
              <a:rPr lang="en-US" sz="750" dirty="0"/>
              <a:t>  set -e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yamllint</a:t>
            </a:r>
            <a:r>
              <a:rPr lang="en-US" sz="750" dirty="0"/>
              <a:t> .</a:t>
            </a:r>
          </a:p>
          <a:p>
            <a:r>
              <a:rPr lang="en-US" sz="750" dirty="0"/>
              <a:t>  ansible-lint .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ansible-galaxy 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init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init</a:t>
            </a:r>
            <a:r>
              <a:rPr lang="en-US" sz="900" dirty="0">
                <a:solidFill>
                  <a:srgbClr val="404040"/>
                </a:solidFill>
                <a:latin typeface="SFMono-Regular"/>
              </a:rPr>
              <a:t> role 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myRole</a:t>
            </a:r>
            <a:r>
              <a:rPr lang="en-US" sz="900" dirty="0">
                <a:solidFill>
                  <a:srgbClr val="404040"/>
                </a:solidFill>
                <a:latin typeface="SFMono-Regular"/>
              </a:rPr>
              <a:t> --driver-name=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podman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INSTALL.rst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https://my.scm.com/my-ansible-roles/role1.git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 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‘{{ item }}”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“&lt;solution&gt;:&amp;&lt;environment&gt;:&amp;&lt;function&gt;”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 2.9 or later</a:t>
            </a:r>
          </a:p>
          <a:p>
            <a:r>
              <a:rPr lang="en-US" sz="1100" dirty="0"/>
              <a:t>* Python 3.6 or later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min_ansible_version</a:t>
            </a:r>
            <a:r>
              <a:rPr lang="en-US" sz="1050" dirty="0"/>
              <a:t>: 2.9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</a:t>
            </a:r>
            <a:r>
              <a:rPr lang="en-US" sz="1050" dirty="0" err="1"/>
              <a:t>xenial</a:t>
            </a:r>
            <a:endParaRPr lang="en-US" sz="1050" dirty="0"/>
          </a:p>
          <a:p>
            <a:r>
              <a:rPr lang="en-US" sz="1050" dirty="0"/>
              <a:t>        - bionic</a:t>
            </a:r>
          </a:p>
          <a:p>
            <a:r>
              <a:rPr lang="en-US" sz="1050" dirty="0"/>
              <a:t>    - name: CentOS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- 7</a:t>
            </a:r>
          </a:p>
          <a:p>
            <a:r>
              <a:rPr lang="en-US" sz="1050" dirty="0"/>
              <a:t>        - 8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