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v1.0.0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08/10/2026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7EAC6-C7E9-4225-B38B-14EEAE98C58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452C659-B590-4723-83A8-4962CF5A4F96}"/>
              </a:ext>
            </a:extLst>
          </p:cNvPr>
          <p:cNvSpPr txBox="1"/>
          <p:nvPr/>
        </p:nvSpPr>
        <p:spPr>
          <a:xfrm>
            <a:off x="342900" y="900000"/>
            <a:ext cx="8458200" cy="26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Optional: a virtual environment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python3 -m venv .venv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. .venv/bin/activate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F697-8A78-4719-BDF6-8CAE1974EF1E}"/>
              </a:ext>
            </a:extLst>
          </p:cNvPr>
          <p:cNvSpPr txBox="1"/>
          <p:nvPr/>
        </p:nvSpPr>
        <p:spPr>
          <a:xfrm>
            <a:off x="342900" y="3650000"/>
            <a:ext cx="84582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Python 3.9 or later and Java 17 or later (JDK) are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532C6B0-4856-4DAA-AE3E-F152A028C13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913621-7F3F-4F8F-80E9-D4A86FAF7FAA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07F233FB-8BFB-47FA-9895-F36071B4257A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disk almost full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95, "env": "prod"}'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known service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urgent tag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'{"tags": ["urgent"]}'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has a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"hello"}'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3D5AFAF-889D-45D6-BD01-F66104F3666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3E73E-1471-4EBC-A625-036079077E35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EB367853-3888-427E-9E5A-F36FC3C3F426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web host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'{"host": "web01"}'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timeout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"Connection timeout"}'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version 2.x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'{"version": "2.4"}'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 full disk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'{"disks": [{"used": 95}]}'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D04E034-51D6-4091-9A8E-7987968329B4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40F99-74E8-4C55-97DF-4B74D7687851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In the condition of an all, write event.payload...; in the action, use events.m_0...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6783769-E575-40D9-9B94-9E9C354EE42E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all: two events within 10 seconds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'{"status": "down", 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any: one event is enough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'{"severity": "critical"}'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39E387E-82E4-467E-A306-CB1EE5832203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facts.yml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FEBDA0CA-AD52-48F2-A90E-4D0942C9FC9A}"/>
              </a:ext>
            </a:extLst>
          </p:cNvPr>
          <p:cNvSpPr txBox="1"/>
          <p:nvPr/>
        </p:nvSpPr>
        <p:spPr>
          <a:xfrm>
            <a:off x="5800000" y="900000"/>
            <a:ext cx="3100000" cy="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8126046-F90D-4D48-8BFB-8CCD1D6E000F}"/>
              </a:ext>
            </a:extLst>
          </p:cNvPr>
          <p:cNvSpPr txBox="1"/>
          <p:nvPr/>
        </p:nvSpPr>
        <p:spPr>
          <a:xfrm>
            <a:off x="5800000" y="18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Code 12">
            <a:extLst>
              <a:ext uri="{FF2B5EF4-FFF2-40B4-BE49-F238E27FC236}">
                <a16:creationId xmlns:a16="http://schemas.microsoft.com/office/drawing/2014/main" id="{C428C1D1-D76D-484F-9BD5-16CD1BB5ACBE}"/>
              </a:ext>
            </a:extLst>
          </p:cNvPr>
          <p:cNvSpPr txBox="1"/>
          <p:nvPr/>
        </p:nvSpPr>
        <p:spPr>
          <a:xfrm>
            <a:off x="5800000" y="29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'{"maintenance": true}'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'{"env": "prod"}'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4E137-DA57-4FBE-B532-CFF4377035EE}"/>
              </a:ext>
            </a:extLst>
          </p:cNvPr>
          <p:cNvSpPr txBox="1"/>
          <p:nvPr/>
        </p:nvSpPr>
        <p:spPr>
          <a:xfrm>
            <a:off x="5800000" y="4000000"/>
            <a:ext cx="31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99E97F2D-B26B-472B-97A8-5C64766EA1B8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B0326C0F-A4E1-4AEB-BAE0-B07ED780F69F}"/>
              </a:ext>
            </a:extLst>
          </p:cNvPr>
          <p:cNvSpPr txBox="1"/>
          <p:nvPr/>
        </p:nvSpPr>
        <p:spPr>
          <a:xfrm>
            <a:off x="342900" y="4250000"/>
            <a:ext cx="5300000" cy="21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service name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"Restart {{ service_name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BEDEB-A533-4A94-BF92-867B07E688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B083A3-AFA4-4411-B3A1-A1067AC4D2E0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70E7F53-DD2D-4B2A-AC82-AE50D7FFDB6A}"/>
              </a:ext>
            </a:extLst>
          </p:cNvPr>
          <p:cNvSpPr txBox="1"/>
          <p:nvPr/>
        </p:nvSpPr>
        <p:spPr>
          <a:xfrm>
            <a:off x="342900" y="4250000"/>
            <a:ext cx="8458200" cy="215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1. From a clone of the ansible-rulebook repository: build the minimal base image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minimal-decision-environment.yml --tag minimal-decision-environment:latest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2. Build your own decision environment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3. Run a rulebook in it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echo "localhost ansible_connection=local" &gt; inventory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podman run -it --rm -v "$PWD/inventory:/tmp/inventory" my_de:1.0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02C496-9150-4257-8AB6-62AEF16BFD2C}"/>
              </a:ext>
            </a:extLst>
          </p:cNvPr>
          <p:cNvSpPr txBox="1"/>
          <p:nvPr/>
        </p:nvSpPr>
        <p:spPr>
          <a:xfrm>
            <a:off x="5800000" y="900000"/>
            <a:ext cx="3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minimal base image is built locally from the ansible-rulebook project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Podman is the default runtime of ansible-builder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2D91A5-4464-48A2-8F26-D4048347240F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ruleset and every rule: names must be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F86863-FFC8-4D86-8FF7-E25EF0CDE718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21C32-4904-4A9E-ACD6-CBFB9844DAA4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ansible-rulebook, ansible and ansible-runner: pip install ansible-rulebook ansible ansible-runner (the installation page of the Ansible Rulebook documentation lists exactly these three packages)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41D37F-995E-4A8B-B665-81627F3EF084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 naming the service received in the event (ansible_eda.event.payload.service, inserted in the playbook by the rulebook engine),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E8FE541-971B-4559-B003-DA44FB6BA84D}"/>
              </a:ext>
            </a:extLst>
          </p:cNvPr>
          <p:cNvSpPr txBox="1"/>
          <p:nvPr/>
        </p:nvSpPr>
        <p:spPr>
          <a:xfrm>
            <a:off x="342900" y="8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E0F8F0B-0EE3-40FC-8A39-EA372AE2544C}"/>
              </a:ext>
            </a:extLst>
          </p:cNvPr>
          <p:cNvSpPr txBox="1"/>
          <p:nvPr/>
        </p:nvSpPr>
        <p:spPr>
          <a:xfrm>
            <a:off x="342900" y="3550000"/>
            <a:ext cx="8458200" cy="28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 of the service in the event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{{ ansible_eda.event.payload.service | default('unknown service') }}"</a:t>
            </a:r>
          </a:p>
          <a:p>
            <a:pPr algn="l"/>
            <a:endParaRPr lang="en-US" sz="900"/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"{{ ansible_eda.event.payload.service | default('unknown service') }} restarted\n"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