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 </a:t>
            </a: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749" y="1844824"/>
            <a:ext cx="6650502" cy="2493938"/>
          </a:xfrm>
          <a:prstGeom prst="rect">
            <a:avLst/>
          </a:prstGeom>
        </p:spPr>
      </p:pic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467" y="1431469"/>
            <a:ext cx="5320400" cy="1995149"/>
          </a:xfrm>
          <a:prstGeom prst="rect">
            <a:avLst/>
          </a:prstGeom>
        </p:spPr>
      </p:pic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ansible/latest/collections/cisco/ise/index.html#plugins-in-cisco-ise" TargetMode="External"/><Relationship Id="rId28" Type="http://schemas.openxmlformats.org/officeDocument/2006/relationships/hyperlink" Target="https://docs.ansible.com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v0.1.1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06/10/2026</a:t>
            </a:r>
          </a:p>
          <a:p>
            <a:r>
              <a:rPr lang="fr-FR" dirty="0"/>
              <a:t>Référence : ansible-core 2.20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D9D9D9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D9D9D9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configure_ssh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install_apache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configure_ssh}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secure_os}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FFC0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/>
              <a:t>search_string: &lt;FilesMatch ".php[45]?$"&gt;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"        &lt;FilesMatch \".php[34]?$\"&gt;"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dest: /etc/foo.conf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 name: Install, configure, and start Apache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  block: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dest: /etc/foo.conf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Start service bar and enable it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ignore_errors: true</a:t>
            </a:r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/>
            </a:r>
            <a:r>
              <a:rPr lang="en-US" sz="750" dirty="0"/>
              <a:t>  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Integration example (ManageIQ / CloudForms, legacy)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223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5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