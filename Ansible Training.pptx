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 </a:t>
            </a: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6749" y="1844824"/>
            <a:ext cx="6650502" cy="2493938"/>
          </a:xfrm>
          <a:prstGeom prst="rect">
            <a:avLst/>
          </a:prstGeom>
        </p:spPr>
      </p:pic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pic>
        <p:nvPicPr>
          <p:cNvPr id="6" name="Imag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467" y="1431469"/>
            <a:ext cx="5320400" cy="1995149"/>
          </a:xfrm>
          <a:prstGeom prst="rect">
            <a:avLst/>
          </a:prstGeom>
        </p:spPr>
      </p:pic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
<Relationships xmlns="http://schemas.openxmlformats.org/package/2006/relationships"><Relationship Id="rId8" Type="http://schemas.openxmlformats.org/officeDocument/2006/relationships/hyperlink" Target="https://docs.ansible.com/projects/ansible/latest/collections/ansible/netcommon/index.html#plugins-in-ansible-netcommon" TargetMode="External"/><Relationship Id="rId13" Type="http://schemas.openxmlformats.org/officeDocument/2006/relationships/hyperlink" Target="https://docs.ansible.com/projects/ansible/latest/collections/awx/awx/index.html#plugins-in-awx-awx" TargetMode="External"/><Relationship Id="rId18" Type="http://schemas.openxmlformats.org/officeDocument/2006/relationships/hyperlink" Target="https://docs.ansible.com/projects/ansible/latest/collections/cisco/asa/index.html#plugins-in-cisco-asa" TargetMode="External"/><Relationship Id="rId26" Type="http://schemas.openxmlformats.org/officeDocument/2006/relationships/hyperlink" Target="https://docs.ansible.com/projects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projects/ansible/latest/collections/cisco/ios/index.html#plugins-in-cisco-ios" TargetMode="External"/><Relationship Id="rId7" Type="http://schemas.openxmlformats.org/officeDocument/2006/relationships/hyperlink" Target="https://docs.ansible.com/projects/ansible/latest/collections/ansible/builtin/index.html#plugins-in-ansible-builtin" TargetMode="External"/><Relationship Id="rId12" Type="http://schemas.openxmlformats.org/officeDocument/2006/relationships/hyperlink" Target="https://docs.ansible.com/projects/ansible/latest/collections/arista/eos/index.html#plugins-in-arista-eos" TargetMode="External"/><Relationship Id="rId17" Type="http://schemas.openxmlformats.org/officeDocument/2006/relationships/hyperlink" Target="https://docs.ansible.com/projects/ansible/latest/collections/cisco/aci/index.html#plugins-in-cisco-aci" TargetMode="External"/><Relationship Id="rId25" Type="http://schemas.openxmlformats.org/officeDocument/2006/relationships/hyperlink" Target="https://docs.ansible.com/projects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projects/ansible/latest/collections/chocolatey/chocolatey/index.html#plugins-in-chocolatey-chocolatey" TargetMode="External"/><Relationship Id="rId20" Type="http://schemas.openxmlformats.org/officeDocument/2006/relationships/hyperlink" Target="https://docs.ansible.com/projects/ansible/latest/collections/cisco/intersight/index.html#plugins-in-cisco-intersight" TargetMode="External"/><Relationship Id="rId29" Type="http://schemas.openxmlformats.org/officeDocument/2006/relationships/hyperlink" Target="https://docs.ansible.com/projects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mazon/aws/index.html#plugins-in-amazon-aws" TargetMode="External"/><Relationship Id="rId11" Type="http://schemas.openxmlformats.org/officeDocument/2006/relationships/hyperlink" Target="https://docs.ansible.com/projects/ansible/latest/collections/ansible/windows/index.html#plugins-in-ansible-windows" TargetMode="External"/><Relationship Id="rId24" Type="http://schemas.openxmlformats.org/officeDocument/2006/relationships/hyperlink" Target="https://docs.ansible.com/projects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projects/ansible/latest/collections/check_point/mgmt/index.html#plugins-in-check-point-mgmt" TargetMode="External"/><Relationship Id="rId23" Type="http://schemas.openxmlformats.org/officeDocument/2006/relationships/hyperlink" Target="https://docs.ansible.com/ansible/latest/collections/cisco/ise/index.html#plugins-in-cisco-ise" TargetMode="External"/><Relationship Id="rId28" Type="http://schemas.openxmlformats.org/officeDocument/2006/relationships/hyperlink" Target="https://docs.ansible.com/ansible/latest/collections/cloud/common/index.html#plugins-in-cloud-common" TargetMode="External"/><Relationship Id="rId10" Type="http://schemas.openxmlformats.org/officeDocument/2006/relationships/hyperlink" Target="https://docs.ansible.com/projects/ansible/latest/collections/ansible/utils/index.html#plugins-in-ansible-utils" TargetMode="External"/><Relationship Id="rId19" Type="http://schemas.openxmlformats.org/officeDocument/2006/relationships/hyperlink" Target="https://docs.ansible.com/ansible/latest/collections/cisco/dnac/index.html#plugins-in-cisco-dnac" TargetMode="External"/><Relationship Id="rId4" Type="http://schemas.openxmlformats.org/officeDocument/2006/relationships/hyperlink" Target="https://docs.ansible.com/projects/ansible/latest/collections/index.html#collection-index" TargetMode="External"/><Relationship Id="rId9" Type="http://schemas.openxmlformats.org/officeDocument/2006/relationships/hyperlink" Target="https://docs.ansible.com/projects/ansible/latest/collections/ansible/posix/index.html#plugins-in-ansible-posix" TargetMode="External"/><Relationship Id="rId14" Type="http://schemas.openxmlformats.org/officeDocument/2006/relationships/hyperlink" Target="https://docs.ansible.com/projects/ansible/latest/collections/azure/azcollection/index.html#plugins-in-azure-azcollection" TargetMode="External"/><Relationship Id="rId22" Type="http://schemas.openxmlformats.org/officeDocument/2006/relationships/hyperlink" Target="https://docs.ansible.com/projects/ansible/latest/collections/cisco/iosxr/index.html#plugins-in-cisco-iosxr" TargetMode="External"/><Relationship Id="rId27" Type="http://schemas.openxmlformats.org/officeDocument/2006/relationships/hyperlink" Target="https://docs.ansible.com/projects/ansible/latest/collections/cisco/ucs/index.html#plugins-in-cisco-ucs" TargetMode="External"/><Relationship Id="rId30" Type="http://schemas.openxmlformats.org/officeDocument/2006/relationships/hyperlink" Target="https://docs.ansible.com/projects/ansible/latest/collections/community/aws/index.html#plugins-in-community-aws" TargetMode="External"/><Relationship Id="rIdSrc1" Type="http://schemas.openxmlformats.org/officeDocument/2006/relationships/hyperlink" Target="https://docs.ansible.com/projects/ansible/latest/collections/index.html" TargetMode="External"/></Relationships>
</file>

<file path=ppt/slides/_rels/slide48.xml.rels><?xml version="1.0" encoding="UTF-8" standalone="yes"?>
<Relationships xmlns="http://schemas.openxmlformats.org/package/2006/relationships"><Relationship Id="rId13" Type="http://schemas.openxmlformats.org/officeDocument/2006/relationships/hyperlink" Target="https://docs.ansible.com/projects/ansible/latest/collections/ansible/builtin/cron_module.html#ansible-collections-ansible-builtin-cron-module" TargetMode="External"/><Relationship Id="rId18" Type="http://schemas.openxmlformats.org/officeDocument/2006/relationships/hyperlink" Target="https://docs.ansible.com/projects/ansible/latest/collections/ansible/builtin/dnf5_module.html#ansible-collections-ansible-builtin-dnf5-module" TargetMode="External"/><Relationship Id="rId26" Type="http://schemas.openxmlformats.org/officeDocument/2006/relationships/hyperlink" Target="https://docs.ansible.com/projects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projects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projects/ansible/latest/collections/ansible/builtin/fail_module.html#ansible-collections-ansible-builtin-fail-module" TargetMode="External"/><Relationship Id="rId34" Type="http://schemas.openxmlformats.org/officeDocument/2006/relationships/hyperlink" Target="https://docs.ansible.com/projects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projects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projects/ansible/latest/collections/ansible/builtin/copy_module.html#ansible-collections-ansible-builtin-copy-module" TargetMode="External"/><Relationship Id="rId17" Type="http://schemas.openxmlformats.org/officeDocument/2006/relationships/hyperlink" Target="https://docs.ansible.com/projects/ansible/latest/collections/ansible/builtin/dnf_module.html#ansible-collections-ansible-builtin-dnf-module" TargetMode="External"/><Relationship Id="rId25" Type="http://schemas.openxmlformats.org/officeDocument/2006/relationships/hyperlink" Target="https://docs.ansible.com/projects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projects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projects/ansible/latest/collections/ansible/builtin/index.html#modules" TargetMode="External"/><Relationship Id="rId16" Type="http://schemas.openxmlformats.org/officeDocument/2006/relationships/hyperlink" Target="https://docs.ansible.com/projects/ansible/latest/collections/ansible/builtin/debug_module.html#ansible-collections-ansible-builtin-debug-module" TargetMode="External"/><Relationship Id="rId20" Type="http://schemas.openxmlformats.org/officeDocument/2006/relationships/hyperlink" Target="https://docs.ansible.com/projects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projects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projects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projects/ansible/latest/collections/ansible/builtin/find_module.html#ansible-collections-ansible-builtin-find-module" TargetMode="External"/><Relationship Id="rId32" Type="http://schemas.openxmlformats.org/officeDocument/2006/relationships/hyperlink" Target="https://docs.ansible.com/projects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projects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projects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projects/ansible/latest/collections/ansible/builtin/file_module.html#ansible-collections-ansible-builtin-file-module" TargetMode="External"/><Relationship Id="rId28" Type="http://schemas.openxmlformats.org/officeDocument/2006/relationships/hyperlink" Target="https://docs.ansible.com/projects/ansible/latest/collections/ansible/builtin/git_module.html#ansible-collections-ansible-builtin-git-module" TargetMode="External"/><Relationship Id="rId10" Type="http://schemas.openxmlformats.org/officeDocument/2006/relationships/hyperlink" Target="https://docs.ansible.com/projects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projects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projects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projects/ansible/latest/collections/ansible/builtin/apt_module.html#ansible-collections-ansible-builtin-apt-module" TargetMode="External"/><Relationship Id="rId9" Type="http://schemas.openxmlformats.org/officeDocument/2006/relationships/hyperlink" Target="https://docs.ansible.com/projects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projects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projects/ansible/latest/collections/ansible/builtin/fetch_module.html#ansible-collections-ansible-builtin-fetch-module" TargetMode="External"/><Relationship Id="rId27" Type="http://schemas.openxmlformats.org/officeDocument/2006/relationships/hyperlink" Target="https://docs.ansible.com/projects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projects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projects/ansible/latest/collections/ansible/builtin/assert_module.html#ansible-collections-ansible-builtin-assert-module" TargetMode="External"/><Relationship Id="rIdSrc1" Type="http://schemas.openxmlformats.org/officeDocument/2006/relationships/hyperlink" Target="https://docs.ansible.com/projects/ansible/latest/collections/ansible/builtin/index.html#modules" TargetMode="Externa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v0.1.1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06/10/2026</a:t>
            </a:r>
          </a:p>
          <a:p>
            <a:r>
              <a:rPr lang="fr-FR" dirty="0"/>
              <a:t>Référence : ansible-core 2.20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3155202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6091670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D9D9D9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D9D9D9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https://docs.ansible.com/projects/ansible/latest/inventory_guide/intro_inventory.html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https://docs.ansible.com/projects/ansible/latest/playbook_guide/playbooks_reuse.html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imported: /home/user/project/roles/DB2/tasks/00-PreRequisit.yml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[Gathering Facts]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'LANG', 'value': 'fr_FR@euro'}) =&gt; {"ansible_loop_var": "item", "backup": "", "changed": false, "item": {"key": "LANG",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'LC_ALL', 'value': 'fr_FR@euro'}) =&gt; {"ansible_loop_var": "item", "backup": "", "changed": false, "item": {"key": "LC_ALL",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'kernel.shmmni', 'value': '16384'}) =&gt; {"ansible_loop_var": "item", "backup": "", "changed": true, "item": {"key": "kernel.shmmni",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'kernel.shmmax', 'value': '68719476736'}) =&gt; {"ansible_loop_var": "item", "backup": "", "changed": true, "item": {"key": "kernel.shmmax",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                      : ok=3    changed=1    unreachable=0    failed=0    skipped=0    rescued=0    ignored=0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https://docs.ansible.com/projects/ansible/latest/collections/index.html#list-of-collections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https://docs.ansible.com/projects/ansible/latest/collections/index.html#list-of-collections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collections/index.html</a:t>
            </a: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collections/ansible/builtin/index.html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  <p:sp>
        <p:nvSpPr>
          <p:cNvPr id="8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https://docs.ansible.com/projects/ansible/latest/playbook_guide/playbooks_variables.html#ansible-variable-precedence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https://docs.ansible.com/projects/ansible/latest/playbook_guide/playbooks_privilege_escalation.html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https://docs.ansible.com/projects/ansible/latest/playbook_guide/playbooks_filters.html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always: Tasks tagged always are executed even when other tags are requested with --tags, unless skipped with --skip-tags always.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never: Tasks tagged never are only executed when explicitly requested with --tags never (or with another tag set on the same task).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tagged, untagged, all: special values of --tags / --skip-tags (not tags to set on tasks): tagged = tasks having at least one tag, untagged = tasks without tag, all = every task.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ansible.builtin.command: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ansible.builtin.command: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 web</a:t>
            </a:r>
          </a:p>
          <a:p>
            <a:r>
              <a:rPr lang="en-US" sz="1600" dirty="0"/>
              <a:t>    ansible.builtin.command: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web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https://docs.ansible.com/projects/ansible/latest/vault_guide/index.html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 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 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 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FFC0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[], Result2: ['test']}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['SSH-2.0-OpenSSH_9.x', 'Protocol mismatch.'],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search_string</a:t>
            </a:r>
            <a:r>
              <a:rPr lang="en-US" sz="900" dirty="0"/>
              <a:t>: '&lt;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[45]?$"&gt;'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'        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[34]?$"&gt;'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Install, configure, and start Apache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block</a:t>
            </a:r>
            <a:r>
              <a:rPr lang="en-US" altLang="en-US" sz="10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ansible.builtin.dnf: name: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600" dirty="0"/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  - name: Install NFS utils</a:t>
            </a:r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  state: present</a:t>
            </a:r>
          </a:p>
          <a:p>
            <a:r>
              <a:rPr lang="en-US" sz="750" dirty="0"/>
              <a:t>  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 ansible-playbook site.yml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(0:00:00.013)       0:00:00.013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(0:00:00.010)       0:00:00.010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TASK [deploy-web-server : Create directory]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20:35:02 +0200 (0:00:05.653)       0:00:05.666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Tuesday 06 October 2026  20:35:02 +0200 (0:00:05.653)       0:00:05.664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changed: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node1: ok=5 changed=3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Playbook run took 0 days, 0 hours, 0 minutes, 9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Tuesday 06 October 2026  20:35:05 +0200 (0:00:00.246)       0:00:09.229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Wait for service ------------------------------------ 2.32s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Copy content ---------------------------------------- 0.62s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------------------------------------ 0.37s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-------------------------------------- 0.25s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 ------------------------------------------------------------ 5.65s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------------------------------------------------------- 3.56s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------------------------------------------------------------------- 9.22s</a:t>
            </a: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checks the SSH host keys to prevent spoofing or man-in-the-middle attacks, which takes time.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It can be disabled, but this removes that protection: reserve it for short-lived labs, otherwise prefer a pre-filled known_hosts file.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(integration example - ManageIQ / CloudForms is a legacy integration)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223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50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