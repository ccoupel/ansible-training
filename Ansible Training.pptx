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r>
              <a:rPr lang="fr-FR" kern="1200" dirty="0"/>
              <a:t>A revoir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Notify on </a:t>
            </a:r>
            <a:r>
              <a:rPr lang="en-US" sz="2000" kern="1200" dirty="0" err="1">
                <a:latin typeface="Arial" pitchFamily="18"/>
              </a:rPr>
              <a:t>chqnged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ou</a:t>
            </a:r>
            <a:r>
              <a:rPr lang="en-US" sz="2000" kern="1200" dirty="0">
                <a:latin typeface="Arial" pitchFamily="18"/>
              </a:rPr>
              <a:t> failed?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ansible.com/ansible/latest/collections/ansible/netcommon/index.html#plugins-in-ansible-netcommon" TargetMode="External"/><Relationship Id="rId13" Type="http://schemas.openxmlformats.org/officeDocument/2006/relationships/hyperlink" Target="https://docs.ansible.com/ansible/latest/collections/awx/awx/index.html#plugins-in-awx-awx" TargetMode="External"/><Relationship Id="rId18" Type="http://schemas.openxmlformats.org/officeDocument/2006/relationships/hyperlink" Target="https://docs.ansible.com/ansible/latest/collections/cisco/asa/index.html#plugins-in-cisco-asa" TargetMode="External"/><Relationship Id="rId26" Type="http://schemas.openxmlformats.org/officeDocument/2006/relationships/hyperlink" Target="https://docs.ansible.com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ansible/latest/collections/cisco/ios/index.html#plugins-in-cisco-ios" TargetMode="External"/><Relationship Id="rId7" Type="http://schemas.openxmlformats.org/officeDocument/2006/relationships/hyperlink" Target="https://docs.ansible.com/ansible/latest/collections/ansible/builtin/index.html#plugins-in-ansible-builtin" TargetMode="External"/><Relationship Id="rId12" Type="http://schemas.openxmlformats.org/officeDocument/2006/relationships/hyperlink" Target="https://docs.ansible.com/ansible/latest/collections/arista/eos/index.html#plugins-in-arista-eos" TargetMode="External"/><Relationship Id="rId17" Type="http://schemas.openxmlformats.org/officeDocument/2006/relationships/hyperlink" Target="https://docs.ansible.com/ansible/latest/collections/cisco/aci/index.html#plugins-in-cisco-aci" TargetMode="External"/><Relationship Id="rId25" Type="http://schemas.openxmlformats.org/officeDocument/2006/relationships/hyperlink" Target="https://docs.ansible.com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ansible/latest/collections/chocolatey/chocolatey/index.html#plugins-in-chocolatey-chocolatey" TargetMode="External"/><Relationship Id="rId20" Type="http://schemas.openxmlformats.org/officeDocument/2006/relationships/hyperlink" Target="https://docs.ansible.com/ansible/latest/collections/cisco/intersight/index.html#plugins-in-cisco-intersight" TargetMode="External"/><Relationship Id="rId29" Type="http://schemas.openxmlformats.org/officeDocument/2006/relationships/hyperlink" Target="https://docs.ansible.com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mazon/aws/index.html#plugins-in-amazon-aws" TargetMode="External"/><Relationship Id="rId11" Type="http://schemas.openxmlformats.org/officeDocument/2006/relationships/hyperlink" Target="https://docs.ansible.com/ansible/latest/collections/ansible/windows/index.html#plugins-in-ansible-windows" TargetMode="External"/><Relationship Id="rId24" Type="http://schemas.openxmlformats.org/officeDocument/2006/relationships/hyperlink" Target="https://docs.ansible.com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ansible/latest/collections/index.html#collection-index" TargetMode="External"/><Relationship Id="rId9" Type="http://schemas.openxmlformats.org/officeDocument/2006/relationships/hyperlink" Target="https://docs.ansible.com/ansible/latest/collections/ansible/posix/index.html#plugins-in-ansible-posix" TargetMode="External"/><Relationship Id="rId14" Type="http://schemas.openxmlformats.org/officeDocument/2006/relationships/hyperlink" Target="https://docs.ansible.com/ansible/latest/collections/azure/azcollection/index.html#plugins-in-azure-azcollection" TargetMode="External"/><Relationship Id="rId22" Type="http://schemas.openxmlformats.org/officeDocument/2006/relationships/hyperlink" Target="https://docs.ansible.com/ansible/latest/collections/cisco/iosxr/index.html#plugins-in-cisco-iosxr" TargetMode="External"/><Relationship Id="rId27" Type="http://schemas.openxmlformats.org/officeDocument/2006/relationships/hyperlink" Target="https://docs.ansible.com/ansible/latest/collections/cisco/ucs/index.html#plugins-in-cisco-ucs" TargetMode="External"/><Relationship Id="rId30" Type="http://schemas.openxmlformats.org/officeDocument/2006/relationships/hyperlink" Target="https://docs.ansible.com/ansible/latest/collections/community/aws/index.html#plugins-in-community-aws" TargetMode="External"/></Relationships>
</file>

<file path=ppt/slides/_rels/slide48.xml.rels><?xml version="1.0" encoding="UTF-8" standalone="yes"?>
<Relationships xmlns="http://schemas.openxmlformats.org/package/2006/relationships"><Relationship Id="rId13" Type="http://schemas.openxmlformats.org/officeDocument/2006/relationships/hyperlink" Target="https://docs.ansible.com/ansible/latest/collections/ansible/builtin/cron_module.html#ansible-collections-ansible-builtin-cron-module" TargetMode="External"/><Relationship Id="rId18" Type="http://schemas.openxmlformats.org/officeDocument/2006/relationships/hyperlink" Target="https://docs.ansible.com/ansible/latest/collections/ansible/builtin/dnf5_module.html#ansible-collections-ansible-builtin-dnf5-module" TargetMode="External"/><Relationship Id="rId26" Type="http://schemas.openxmlformats.org/officeDocument/2006/relationships/hyperlink" Target="https://docs.ansible.com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ansible/latest/collections/ansible/builtin/fail_module.html#ansible-collections-ansible-builtin-fail-module" TargetMode="External"/><Relationship Id="rId34" Type="http://schemas.openxmlformats.org/officeDocument/2006/relationships/hyperlink" Target="https://docs.ansible.com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ansible/latest/collections/ansible/builtin/copy_module.html#ansible-collections-ansible-builtin-copy-module" TargetMode="External"/><Relationship Id="rId17" Type="http://schemas.openxmlformats.org/officeDocument/2006/relationships/hyperlink" Target="https://docs.ansible.com/ansible/latest/collections/ansible/builtin/dnf_module.html#ansible-collections-ansible-builtin-dnf-module" TargetMode="External"/><Relationship Id="rId25" Type="http://schemas.openxmlformats.org/officeDocument/2006/relationships/hyperlink" Target="https://docs.ansible.com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ansible/latest/collections/ansible/builtin/index.html#modules" TargetMode="External"/><Relationship Id="rId16" Type="http://schemas.openxmlformats.org/officeDocument/2006/relationships/hyperlink" Target="https://docs.ansible.com/ansible/latest/collections/ansible/builtin/debug_module.html#ansible-collections-ansible-builtin-debug-module" TargetMode="External"/><Relationship Id="rId20" Type="http://schemas.openxmlformats.org/officeDocument/2006/relationships/hyperlink" Target="https://docs.ansible.com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ansible/latest/collections/ansible/builtin/find_module.html#ansible-collections-ansible-builtin-find-module" TargetMode="External"/><Relationship Id="rId32" Type="http://schemas.openxmlformats.org/officeDocument/2006/relationships/hyperlink" Target="https://docs.ansible.com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ansible/latest/collections/ansible/builtin/file_module.html#ansible-collections-ansible-builtin-file-module" TargetMode="External"/><Relationship Id="rId28" Type="http://schemas.openxmlformats.org/officeDocument/2006/relationships/hyperlink" Target="https://docs.ansible.com/ansible/latest/collections/ansible/builtin/git_module.html#ansible-collections-ansible-builtin-git-module" TargetMode="External"/><Relationship Id="rId10" Type="http://schemas.openxmlformats.org/officeDocument/2006/relationships/hyperlink" Target="https://docs.ansible.com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ansible/latest/collections/ansible/builtin/apt_module.html#ansible-collections-ansible-builtin-apt-module" TargetMode="External"/><Relationship Id="rId9" Type="http://schemas.openxmlformats.org/officeDocument/2006/relationships/hyperlink" Target="https://docs.ansible.com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ansible/latest/collections/ansible/builtin/fetch_module.html#ansible-collections-ansible-builtin-fetch-module" TargetMode="External"/><Relationship Id="rId27" Type="http://schemas.openxmlformats.org/officeDocument/2006/relationships/hyperlink" Target="https://docs.ansible.com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ansible/latest/collections/ansible/builtin/assert_module.html#ansible-collections-ansible-builtin-assert-module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V6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VMware, EC2, Rackspace, GCE,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Azure, Spacewalk, Hanlon, Cobbler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yum install ansible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BSD Jails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DigitalOcean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 Compute Engine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Linode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 Nova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SpaceWalk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Vagrant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Zabbix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Vcenter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Cloudforms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ManageIQ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https://docs.ansible.com/ansible/2.6/user_guide/playbooks_reuse.html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service: name=httpd state=running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included: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[setup] 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u'LANG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"LANG", "value": 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u'LC_ALL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"LC_ALL", "value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u'16384'})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u'68719476736'})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: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ok=3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changed=1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unreachable=0    failed=0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apt/yum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https://docs.ansible.com/ansible/latest/user_guide/playbooks_variables.html#ansible-variable-precedence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msg="start block execution"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msg="always execution bock"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https://docs.ansible.com/ansible/latest/user_guide/become.html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https://docs.ansible.com/ansible/latest/user_guide/playbooks_filters.html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https://docs.ansible.com/ansible/2.9/user_guide/playbooks_filters.html#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When Task generate a change: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yum: state=latest name=*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test $(rpm -q --last kernel | sed  's/^kernel-\(.*\)  .*/\1/'|head -1) == $(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uname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package: state=installed name=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item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ntp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gpm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deltarpm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with_item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</a:t>
            </a:r>
            <a:r>
              <a:rPr lang="en-US" dirty="0" err="1"/>
              <a:t>item.ip</a:t>
            </a:r>
            <a:r>
              <a:rPr lang="en-US" dirty="0"/>
              <a:t> }} {{ </a:t>
            </a:r>
            <a:r>
              <a:rPr lang="en-US" dirty="0" err="1"/>
              <a:t>item.hostname</a:t>
            </a:r>
            <a:r>
              <a:rPr lang="en-US" dirty="0"/>
              <a:t>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map('extract', </a:t>
            </a:r>
            <a:r>
              <a:rPr lang="en-US" dirty="0" err="1"/>
              <a:t>hostvars</a:t>
            </a:r>
            <a:r>
              <a:rPr lang="en-US" dirty="0"/>
              <a:t>, ['ansible_default_ipv4', 'address']) | map('</a:t>
            </a:r>
            <a:r>
              <a:rPr lang="en-US" dirty="0" err="1"/>
              <a:t>community.general.dict_kv</a:t>
            </a:r>
            <a:r>
              <a:rPr lang="en-US" dirty="0"/>
              <a:t>', 'hostname', </a:t>
            </a:r>
            <a:r>
              <a:rPr lang="en-US" dirty="0" err="1"/>
              <a:t>inventory_hostname</a:t>
            </a:r>
            <a:r>
              <a:rPr lang="en-US" dirty="0"/>
              <a:t>, '</a:t>
            </a:r>
            <a:r>
              <a:rPr lang="en-US" dirty="0" err="1"/>
              <a:t>ip</a:t>
            </a:r>
            <a:r>
              <a:rPr lang="en-US" dirty="0"/>
              <a:t>') | list</a:t>
            </a:r>
          </a:p>
          <a:p>
            <a:r>
              <a:rPr lang="en-US" dirty="0"/>
              <a:t>          + [{'hostname': 'google.com', 'ip': '8.8.8.8'}]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{ ‘hostname’: “node1.example.com”, “</a:t>
            </a:r>
            <a:r>
              <a:rPr lang="en-US" dirty="0" err="1"/>
              <a:t>ip</a:t>
            </a:r>
            <a:r>
              <a:rPr lang="en-US" dirty="0"/>
              <a:t>; ”192.0.2.139”}</a:t>
            </a:r>
          </a:p>
          <a:p>
            <a:r>
              <a:rPr lang="en-US" dirty="0"/>
              <a:t> - { ‘hostname’: “</a:t>
            </a:r>
            <a:r>
              <a:rPr lang="en-US" dirty="0" err="1"/>
              <a:t>google.comm</a:t>
            </a:r>
            <a:r>
              <a:rPr lang="en-US" dirty="0"/>
              <a:t>”, “</a:t>
            </a:r>
            <a:r>
              <a:rPr lang="en-US" dirty="0" err="1"/>
              <a:t>ip</a:t>
            </a:r>
            <a:r>
              <a:rPr lang="en-US" dirty="0"/>
              <a:t>; ”8.8.8.8”}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always be executed, even if other tags are specified.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never be executed, unless the 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tag is also present.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Executes only tasks that have tags, ignoring those without tags.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</a:t>
            </a:r>
          </a:p>
          <a:p>
            <a:r>
              <a:rPr lang="en-US" sz="1600" dirty="0"/>
              <a:t>    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tagged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'YUM 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docker-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io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installed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'YUM - check on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async_status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"{{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yum_sleeper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.ansible_job_id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yes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yum: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- name: Print completion message</a:t>
            </a:r>
          </a:p>
          <a:p>
            <a:r>
              <a:rPr lang="en-US" sz="1100" dirty="0"/>
              <a:t>      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async_status</a:t>
            </a:r>
            <a:r>
              <a:rPr lang="en-US" sz="1100" dirty="0"/>
              <a:t>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wait_for_connection</a:t>
            </a:r>
            <a:r>
              <a:rPr lang="en-US" sz="1100" dirty="0"/>
              <a:t>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https://docs.ansible.com/ansible/latest/user_guide/vault.html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 --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api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-server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your_automation_hub_url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--username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your_username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--password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your_password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delete|import|info|init|install|list|login|remove|search|setup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[--help] [options]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       show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-c, --ignore-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Ignore SSL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certificate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validation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-s API_SERVER, --server=API_SERVER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       The API server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verbose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verbose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mode (-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vvv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more, 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vvvv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enable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debugging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       show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program's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version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number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'ansible-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&lt;command&gt; --help' for more information on a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2.7.0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src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git@gitlab.com:guardianproject-ops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/ansible-nginx-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master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1.3.0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src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git@git.company.com:my_namespace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/ansible-my-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 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my_namespace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“0.1.0”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management tool”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“README.md”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“GPL-2.0-or-later”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“CCO”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“https://gitlab.example.com/........”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CCO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build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–force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on_any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*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**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kwargs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runner_on_failed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runner_on_ok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runner_on_error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msg):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runner_on_skipped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item=None):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runner_on_unreachable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runner_on_no_hosts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runner_on_async_poll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jid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clock):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runner_on_async_ok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jid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runner_on_async_failed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jid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playbook_on_start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playbook_on_notify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handler):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playbook_on_no_hosts_matched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playbook_on_no_hosts_remaining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playbook_on_task_start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name,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is_conditional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playbook_on_vars_prompt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varname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private=True, prompt=None, encrypt=None, 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confirm=False,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salt_size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=None, salt=None, default=None):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playbook_on_setup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playbook_on_import_for_host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imported_file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playbook_on_not_import_for_host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missing_file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playbook_on_play_start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pattern):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playbook_on_stats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6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6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600" b="0" dirty="0" err="1">
                <a:solidFill>
                  <a:srgbClr val="096545"/>
                </a:solidFill>
                <a:effectLst/>
                <a:latin typeface="ui-monospace"/>
              </a:rPr>
              <a:t>Couldnt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 connect with the socket-server: %s\n terminating program"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%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6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'Connection address:'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"received TCP data:"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6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[], Result2: [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u'test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[u'SSH-2.0-OpenSSH_5.3',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u'Protocol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mismatch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.'], Result2: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that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fail_msg: "'my_param'= {{ _my_var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success_msg: "'my_param' '= {{ _my_var }} is between 0 and 100"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 err="1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&gt;= '8'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 err="1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&gt;= '8'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YUM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yum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'7'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YUM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yum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'7'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Old CentOS and RedHat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shell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yum -y remove 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&lt;= '6'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on Old CentOS and RedHat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shell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yum -y install --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disablerepo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=* --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enablerepo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="Vault-*" 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&lt;= '6'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apt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'apt'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!= '5'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</a:t>
            </a:r>
            <a:r>
              <a:rPr lang="en-US" sz="900" dirty="0" err="1"/>
              <a:t>ansible.builtin.debug</a:t>
            </a:r>
            <a:r>
              <a:rPr lang="en-US" sz="900" dirty="0"/>
              <a:t> -a var=" </a:t>
            </a:r>
            <a:r>
              <a:rPr lang="en-US" sz="975" b="1" dirty="0" err="1">
                <a:solidFill>
                  <a:srgbClr val="00B050"/>
                </a:solidFill>
              </a:rPr>
              <a:t>the_secret</a:t>
            </a:r>
            <a:r>
              <a:rPr lang="en-US" sz="975" b="1" dirty="0">
                <a:solidFill>
                  <a:srgbClr val="00B050"/>
                </a:solidFill>
              </a:rPr>
              <a:t> </a:t>
            </a:r>
            <a:r>
              <a:rPr lang="en-US" sz="900" dirty="0"/>
              <a:t>" -e "@</a:t>
            </a:r>
            <a:r>
              <a:rPr lang="en-US" sz="900" dirty="0" err="1"/>
              <a:t>vars.yml</a:t>
            </a:r>
            <a:r>
              <a:rPr lang="en-US" sz="900" dirty="0"/>
              <a:t>" --vault-id </a:t>
            </a:r>
            <a:r>
              <a:rPr lang="en-US" sz="900" dirty="0" err="1">
                <a:solidFill>
                  <a:schemeClr val="accent6">
                    <a:lumMod val="75000"/>
                  </a:schemeClr>
                </a:solidFill>
              </a:rPr>
              <a:t>dev</a:t>
            </a:r>
            <a:r>
              <a:rPr lang="en-US" sz="900" dirty="0" err="1"/>
              <a:t>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0640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ansible.builtin.yum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ansible.builtin.yum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src</a:t>
            </a:r>
            <a:r>
              <a:rPr lang="en-US" sz="750" dirty="0"/>
              <a:t>: ntp.conf.j2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dest</a:t>
            </a:r>
            <a:r>
              <a:rPr lang="en-US" sz="750" dirty="0"/>
              <a:t>: /</a:t>
            </a:r>
            <a:r>
              <a:rPr lang="en-US" sz="750" dirty="0" err="1"/>
              <a:t>etc</a:t>
            </a:r>
            <a:r>
              <a:rPr lang="en-US" sz="750" dirty="0"/>
              <a:t>/</a:t>
            </a:r>
            <a:r>
              <a:rPr lang="en-US" sz="750" dirty="0" err="1"/>
              <a:t>ntp.conf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block.:</a:t>
            </a:r>
          </a:p>
          <a:p>
            <a:r>
              <a:rPr lang="en-US" sz="750" dirty="0"/>
              <a:t>  - name: Install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src</a:t>
            </a:r>
            <a:r>
              <a:rPr lang="en-US" sz="750" dirty="0"/>
              <a:t>: ntp.conf.j2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dest</a:t>
            </a:r>
            <a:r>
              <a:rPr lang="en-US" sz="750" dirty="0"/>
              <a:t>: /</a:t>
            </a:r>
            <a:r>
              <a:rPr lang="en-US" sz="750" dirty="0" err="1"/>
              <a:t>etc</a:t>
            </a:r>
            <a:r>
              <a:rPr lang="en-US" sz="750" dirty="0"/>
              <a:t>/</a:t>
            </a:r>
            <a:r>
              <a:rPr lang="en-US" sz="750" dirty="0" err="1"/>
              <a:t>ntp.conf</a:t>
            </a:r>
            <a:endParaRPr lang="en-US" sz="750" dirty="0"/>
          </a:p>
          <a:p>
            <a:r>
              <a:rPr lang="en-US" sz="750" dirty="0"/>
              <a:t>      notify:</a:t>
            </a:r>
          </a:p>
          <a:p>
            <a:r>
              <a:rPr lang="en-US" sz="750" dirty="0"/>
              <a:t>      - restart </a:t>
            </a:r>
            <a:r>
              <a:rPr lang="en-US" sz="750" dirty="0" err="1"/>
              <a:t>ntpd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    state: started</a:t>
            </a:r>
          </a:p>
          <a:p>
            <a:r>
              <a:rPr lang="en-US" sz="750" dirty="0"/>
              <a:t>  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 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</a:t>
            </a:r>
            <a:r>
              <a:rPr lang="en-US" sz="1350" dirty="0" err="1"/>
              <a:t>prequisites</a:t>
            </a:r>
            <a:r>
              <a:rPr lang="en-US" sz="1350" dirty="0"/>
              <a:t> must control by </a:t>
            </a:r>
            <a:r>
              <a:rPr lang="en-US" sz="1350" dirty="0">
                <a:highlight>
                  <a:srgbClr val="FFFF00"/>
                </a:highlight>
              </a:rPr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</a:t>
            </a:r>
            <a:r>
              <a:rPr lang="en-US" sz="750" dirty="0" err="1"/>
              <a:t>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rhel8</a:t>
            </a:r>
          </a:p>
          <a:p>
            <a:r>
              <a:rPr lang="en-US" sz="750" dirty="0"/>
              <a:t>    image: registry.access.redhat.com/ubi8/ubi-</a:t>
            </a:r>
            <a:r>
              <a:rPr lang="en-US" sz="750" dirty="0" err="1"/>
              <a:t>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</a:t>
            </a:r>
            <a:r>
              <a:rPr lang="en-US" sz="750" dirty="0" err="1"/>
              <a:t>callback_whitelist</a:t>
            </a:r>
            <a:r>
              <a:rPr lang="en-US" sz="750" dirty="0"/>
              <a:t>: </a:t>
            </a:r>
            <a:r>
              <a:rPr lang="en-US" sz="750" dirty="0" err="1"/>
              <a:t>profile_tasks</a:t>
            </a:r>
            <a:r>
              <a:rPr lang="en-US" sz="750" dirty="0"/>
              <a:t>, timer, </a:t>
            </a:r>
            <a:r>
              <a:rPr lang="en-US" sz="750" dirty="0" err="1"/>
              <a:t>yaml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</a:t>
            </a:r>
          </a:p>
          <a:p>
            <a:r>
              <a:rPr lang="en-US" sz="750" dirty="0"/>
              <a:t>lint: |</a:t>
            </a:r>
          </a:p>
          <a:p>
            <a:r>
              <a:rPr lang="en-US" sz="750" dirty="0"/>
              <a:t>  set -e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yamllint</a:t>
            </a:r>
            <a:r>
              <a:rPr lang="en-US" sz="750" dirty="0"/>
              <a:t> .</a:t>
            </a:r>
          </a:p>
          <a:p>
            <a:r>
              <a:rPr lang="en-US" sz="750" dirty="0"/>
              <a:t>  ansible-lint .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ansible-galaxy 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init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</a:t>
            </a:r>
            <a:r>
              <a:rPr lang="en-US" sz="900" dirty="0" err="1">
                <a:solidFill>
                  <a:srgbClr val="404040"/>
                </a:solidFill>
                <a:latin typeface="SFMono-Regular"/>
              </a:rPr>
              <a:t>init</a:t>
            </a:r>
            <a:r>
              <a:rPr lang="en-US" sz="900" dirty="0">
                <a:solidFill>
                  <a:srgbClr val="404040"/>
                </a:solidFill>
                <a:latin typeface="SFMono-Regular"/>
              </a:rPr>
              <a:t> role </a:t>
            </a:r>
            <a:r>
              <a:rPr lang="en-US" sz="900" dirty="0" err="1">
                <a:solidFill>
                  <a:srgbClr val="404040"/>
                </a:solidFill>
                <a:latin typeface="SFMono-Regular"/>
              </a:rPr>
              <a:t>myRole</a:t>
            </a:r>
            <a:r>
              <a:rPr lang="en-US" sz="900" dirty="0">
                <a:solidFill>
                  <a:srgbClr val="404040"/>
                </a:solidFill>
                <a:latin typeface="SFMono-Regular"/>
              </a:rPr>
              <a:t> --driver-name=</a:t>
            </a:r>
            <a:r>
              <a:rPr lang="en-US" sz="900" dirty="0" err="1">
                <a:solidFill>
                  <a:srgbClr val="404040"/>
                </a:solidFill>
                <a:latin typeface="SFMono-Regular"/>
              </a:rPr>
              <a:t>podman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INSTALL.rst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https://my.scm.com/my-ansible-roles/role1.git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ansible-playbook </a:t>
            </a:r>
            <a:r>
              <a:rPr lang="en-US" altLang="en-US" sz="60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site.yml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(0:00:00.055) 0:00:00.055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(0:00:00.054) 0:00:00.054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 TASK [Deploy Web service] 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0:00:01.658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node1: ok=9 changed=4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Playbook run took 0 days, 0 hours, 0 minutes, 14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0:00:14.100 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Install httpd and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------- 5.42s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Git checkout ---------------------- 3.40s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--------------------------------------- 1.60s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Enable and Run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---------- 0.82s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permitt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httpd service --- 0.72s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httpd enabled and running --------- 0.55s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Set Hostname on Site -------------- 0.54s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&amp; directory -------- 0.52s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------------------ 0.41s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 Web service ------------------------------------ 0.04s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0:00:14.099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------------------------- 12.40s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------------------------------- 1.60s I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nclude_role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------------------------------------- 14.04s</a:t>
            </a:r>
            <a:br>
              <a:rPr lang="en-US" altLang="en-US" sz="600" dirty="0">
                <a:latin typeface="Lucida Sans Typewriter" panose="020B0509030504030204" pitchFamily="49" charset="0"/>
              </a:rPr>
            </a:br>
            <a:endParaRPr lang="en-US" altLang="en-US" sz="600" dirty="0"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 the SSH host keys to prevent spoofing or Man-in-the-middle, which consume time. It can be disabled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- name: install the latest version of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name: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- name: install the latest version of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name: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state: latest 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'{{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